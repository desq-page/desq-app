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Default Extension="json" ContentType="application/json"/>
  <Override PartName="/ppt/slideLayouts/slideLayoutPresenton1.xml" ContentType="application/vnd.openxmlformats-officedocument.presentationml.slideLayout+xml"/>
  <Override PartName="/ppt/slideLayouts/slideLayoutPresenton2.xml" ContentType="application/vnd.openxmlformats-officedocument.presentationml.slideLayout+xml"/>
  <Override PartName="/ppt/slideLayouts/slideLayoutPresenton3.xml" ContentType="application/vnd.openxmlformats-officedocument.presentationml.slideLayout+xml"/>
  <Override PartName="/ppt/slideLayouts/slideLayoutPresenton4.xml" ContentType="application/vnd.openxmlformats-officedocument.presentationml.slideLayout+xml"/>
  <Override PartName="/ppt/slideLayouts/slideLayoutPresenton5.xml" ContentType="application/vnd.openxmlformats-officedocument.presentationml.slideLayout+xml"/>
  <Override PartName="/ppt/slideLayouts/slideLayoutPresenton6.xml" ContentType="application/vnd.openxmlformats-officedocument.presentationml.slideLayout+xml"/>
  <Override PartName="/ppt/slideLayouts/slideLayoutPresenton7.xml" ContentType="application/vnd.openxmlformats-officedocument.presentationml.slideLayout+xml"/>
  <Override PartName="/ppt/slideLayouts/slideLayoutPresenton8.xml" ContentType="application/vnd.openxmlformats-officedocument.presentationml.slideLayout+xml"/>
  <Override PartName="/ppt/slideLayouts/slideLayoutPresenton9.xml" ContentType="application/vnd.openxmlformats-officedocument.presentationml.slideLayout+xml"/>
  <Override PartName="/ppt/slideLayouts/slideLayoutPresenton10.xml" ContentType="application/vnd.openxmlformats-officedocument.presentationml.slideLayout+xml"/>
  <Override PartName="/ppt/slideLayouts/slideLayoutPresenton11.xml" ContentType="application/vnd.openxmlformats-officedocument.presentationml.slideLayout+xml"/>
  <Override PartName="/ppt/slideLayouts/slideLayoutPresenton12.xml" ContentType="application/vnd.openxmlformats-officedocument.presentationml.slideLayout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513832bcf8a24441" /><Relationship Type="http://schemas.openxmlformats.org/officeDocument/2006/relationships/extended-properties" Target="/docProps/app.xml" Id="Ra5c2da653f614ae4" /><Relationship Type="http://schemas.openxmlformats.org/officeDocument/2006/relationships/officeDocument" Target="/ppt/presentation.xml" Id="Ra737daf4e4e54a9e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5a85874b409e4f3d"/>
  </p:sldMasterIdLst>
  <p:notesMasterIdLst>
    <p:notesMasterId xmlns:r="http://schemas.openxmlformats.org/officeDocument/2006/relationships" r:id="Rac0cfd3c93a64df7"/>
  </p:notesMasterIdLst>
  <p:sldIdLst>
    <p:sldId xmlns:r="http://schemas.openxmlformats.org/officeDocument/2006/relationships" id="256" r:id="R971e174fa4b74a50"/>
    <p:sldId xmlns:r="http://schemas.openxmlformats.org/officeDocument/2006/relationships" id="257" r:id="Rd05688c9b82744b1"/>
    <p:sldId xmlns:r="http://schemas.openxmlformats.org/officeDocument/2006/relationships" id="258" r:id="R9f41c7c50ac14eaf"/>
    <p:sldId xmlns:r="http://schemas.openxmlformats.org/officeDocument/2006/relationships" id="259" r:id="Rb0586c207f58420f"/>
    <p:sldId xmlns:r="http://schemas.openxmlformats.org/officeDocument/2006/relationships" id="260" r:id="R0e6a69d23f154997"/>
    <p:sldId xmlns:r="http://schemas.openxmlformats.org/officeDocument/2006/relationships" id="261" r:id="Rdaed2f39208f4ed2"/>
    <p:sldId xmlns:r="http://schemas.openxmlformats.org/officeDocument/2006/relationships" id="262" r:id="R46b979e292ba4e21"/>
    <p:sldId xmlns:r="http://schemas.openxmlformats.org/officeDocument/2006/relationships" id="263" r:id="Reebdf79d945c4f19"/>
    <p:sldId xmlns:r="http://schemas.openxmlformats.org/officeDocument/2006/relationships" id="264" r:id="R2396ed9106d2400a"/>
    <p:sldId xmlns:r="http://schemas.openxmlformats.org/officeDocument/2006/relationships" id="265" r:id="R3d96b1e82ed04de9"/>
    <p:sldId xmlns:r="http://schemas.openxmlformats.org/officeDocument/2006/relationships" id="266" r:id="R1b66cce02bfe4b49"/>
    <p:sldId xmlns:r="http://schemas.openxmlformats.org/officeDocument/2006/relationships" id="267" r:id="Rd96e1aa313c64a2a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634d9660aeb4412a" /><Relationship Type="http://schemas.openxmlformats.org/officeDocument/2006/relationships/slideMaster" Target="/ppt/slideMasters/slideMaster1.xml" Id="R5a85874b409e4f3d" /><Relationship Type="http://schemas.openxmlformats.org/officeDocument/2006/relationships/notesMaster" Target="/ppt/notesMasters/notesMaster1.xml" Id="Rac0cfd3c93a64df7" /><Relationship Type="http://schemas.openxmlformats.org/officeDocument/2006/relationships/presProps" Target="/ppt/presProps.xml" Id="R18b3dca7b3f04254" /><Relationship Type="http://schemas.openxmlformats.org/officeDocument/2006/relationships/tableStyles" Target="/ppt/tableStyles.xml" Id="R2e25da596045498e" /><Relationship Type="http://schemas.openxmlformats.org/officeDocument/2006/relationships/slide" Target="/ppt/slides/slide1.xml" Id="R971e174fa4b74a50" /><Relationship Type="http://schemas.openxmlformats.org/officeDocument/2006/relationships/slide" Target="/ppt/slides/slide2.xml" Id="Rd05688c9b82744b1" /><Relationship Type="http://schemas.openxmlformats.org/officeDocument/2006/relationships/slide" Target="/ppt/slides/slide3.xml" Id="R9f41c7c50ac14eaf" /><Relationship Type="http://schemas.openxmlformats.org/officeDocument/2006/relationships/slide" Target="/ppt/slides/slide4.xml" Id="Rb0586c207f58420f" /><Relationship Type="http://schemas.openxmlformats.org/officeDocument/2006/relationships/slide" Target="/ppt/slides/slide5.xml" Id="R0e6a69d23f154997" /><Relationship Type="http://schemas.openxmlformats.org/officeDocument/2006/relationships/slide" Target="/ppt/slides/slide6.xml" Id="Rdaed2f39208f4ed2" /><Relationship Type="http://schemas.openxmlformats.org/officeDocument/2006/relationships/slide" Target="/ppt/slides/slide7.xml" Id="R46b979e292ba4e21" /><Relationship Type="http://schemas.openxmlformats.org/officeDocument/2006/relationships/slide" Target="/ppt/slides/slide8.xml" Id="Reebdf79d945c4f19" /><Relationship Type="http://schemas.openxmlformats.org/officeDocument/2006/relationships/slide" Target="/ppt/slides/slide9.xml" Id="R2396ed9106d2400a" /><Relationship Type="http://schemas.openxmlformats.org/officeDocument/2006/relationships/slide" Target="/ppt/slides/slide10.xml" Id="R3d96b1e82ed04de9" /><Relationship Type="http://schemas.openxmlformats.org/officeDocument/2006/relationships/slide" Target="/ppt/slides/slide11.xml" Id="R1b66cce02bfe4b49" /><Relationship Type="http://schemas.openxmlformats.org/officeDocument/2006/relationships/slide" Target="/ppt/slides/slide12.xml" Id="Rd96e1aa313c64a2a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f5635d2c95c6473c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Offic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99c8f229684449ee" /><Relationship Type="http://schemas.openxmlformats.org/officeDocument/2006/relationships/notesMaster" Target="/ppt/notesMasters/notesMaster1.xml" Id="R6210d66b0c474599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46810c5e238841f7" /><Relationship Type="http://schemas.openxmlformats.org/officeDocument/2006/relationships/notesMaster" Target="/ppt/notesMasters/notesMaster1.xml" Id="R1f3393da331c4d32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aff55a35b31a4d77" /><Relationship Type="http://schemas.openxmlformats.org/officeDocument/2006/relationships/notesMaster" Target="/ppt/notesMasters/notesMaster1.xml" Id="R6b8396678f2e449b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1ca6d30b8bdb4c68" /><Relationship Type="http://schemas.openxmlformats.org/officeDocument/2006/relationships/notesMaster" Target="/ppt/notesMasters/notesMaster1.xml" Id="Raf090ef0d5bb4af8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fae792e217c5429f" /><Relationship Type="http://schemas.openxmlformats.org/officeDocument/2006/relationships/notesMaster" Target="/ppt/notesMasters/notesMaster1.xml" Id="R8f3018459f844627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cd71ee2bad1f4f5f" /><Relationship Type="http://schemas.openxmlformats.org/officeDocument/2006/relationships/notesMaster" Target="/ppt/notesMasters/notesMaster1.xml" Id="R5b034e9e27fb4a53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c751114fddea4405" /><Relationship Type="http://schemas.openxmlformats.org/officeDocument/2006/relationships/notesMaster" Target="/ppt/notesMasters/notesMaster1.xml" Id="R1038be5c4f1b4251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95bd93155dbb4be1" /><Relationship Type="http://schemas.openxmlformats.org/officeDocument/2006/relationships/notesMaster" Target="/ppt/notesMasters/notesMaster1.xml" Id="Rf5bb8a05b57a4f8e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24b49f14efc84d67" /><Relationship Type="http://schemas.openxmlformats.org/officeDocument/2006/relationships/notesMaster" Target="/ppt/notesMasters/notesMaster1.xml" Id="Ra613fd01ddd54f2b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13c946c32c574d02" /><Relationship Type="http://schemas.openxmlformats.org/officeDocument/2006/relationships/notesMaster" Target="/ppt/notesMasters/notesMaster1.xml" Id="R3b7adcbeed8e4e81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f0ea29014b8e42c8" /><Relationship Type="http://schemas.openxmlformats.org/officeDocument/2006/relationships/notesMaster" Target="/ppt/notesMasters/notesMaster1.xml" Id="R659275684f704ea0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1770b99044bf4fb8" /><Relationship Type="http://schemas.openxmlformats.org/officeDocument/2006/relationships/notesMaster" Target="/ppt/notesMasters/notesMaster1.xml" Id="Rba087ad5c3b14883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ef999dcefff4958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ddc18b70da34509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fb7fb8878fd4385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ac0ed6df307474d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e7d45e155ab4279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cf26bdf9ecb4b40" /></Relationships>
</file>

<file path=ppt/slideLayouts/_rels/slideLayoutPresenton1.xml.rels><Relationships xmlns="http://schemas.openxmlformats.org/package/2006/relationships"><Relationship Id="rIdMaster" Type="http://schemas.openxmlformats.org/officeDocument/2006/relationships/slideMaster" Target="/ppt/slideMasters/slideMaster1.xml"/></Relationships>
</file>

<file path=ppt/slideLayouts/_rels/slideLayoutPresenton2.xml.rels><Relationships xmlns="http://schemas.openxmlformats.org/package/2006/relationships"><Relationship Id="rIdMaster" Type="http://schemas.openxmlformats.org/officeDocument/2006/relationships/slideMaster" Target="/ppt/slideMasters/slideMaster1.xml"/></Relationships>
</file>

<file path=ppt/slideLayouts/_rels/slideLayoutPresenton3.xml.rels><Relationships xmlns="http://schemas.openxmlformats.org/package/2006/relationships"><Relationship Id="rIdMaster" Type="http://schemas.openxmlformats.org/officeDocument/2006/relationships/slideMaster" Target="/ppt/slideMasters/slideMaster1.xml"/></Relationships>
</file>

<file path=ppt/slideLayouts/_rels/slideLayoutPresenton4.xml.rels><Relationships xmlns="http://schemas.openxmlformats.org/package/2006/relationships"><Relationship Id="rIdMaster" Type="http://schemas.openxmlformats.org/officeDocument/2006/relationships/slideMaster" Target="/ppt/slideMasters/slideMaster1.xml"/></Relationships>
</file>

<file path=ppt/slideLayouts/_rels/slideLayoutPresenton5.xml.rels><Relationships xmlns="http://schemas.openxmlformats.org/package/2006/relationships"><Relationship Id="rIdMaster" Type="http://schemas.openxmlformats.org/officeDocument/2006/relationships/slideMaster" Target="/ppt/slideMasters/slideMaster1.xml"/></Relationships>
</file>

<file path=ppt/slideLayouts/_rels/slideLayoutPresenton6.xml.rels><Relationships xmlns="http://schemas.openxmlformats.org/package/2006/relationships"><Relationship Id="rIdMaster" Type="http://schemas.openxmlformats.org/officeDocument/2006/relationships/slideMaster" Target="/ppt/slideMasters/slideMaster1.xml"/></Relationships>
</file>

<file path=ppt/slideLayouts/_rels/slideLayoutPresenton7.xml.rels><Relationships xmlns="http://schemas.openxmlformats.org/package/2006/relationships"><Relationship Id="rIdMaster" Type="http://schemas.openxmlformats.org/officeDocument/2006/relationships/slideMaster" Target="/ppt/slideMasters/slideMaster1.xml"/></Relationships>
</file>

<file path=ppt/slideLayouts/_rels/slideLayoutPresenton8.xml.rels><Relationships xmlns="http://schemas.openxmlformats.org/package/2006/relationships"><Relationship Id="rIdMaster" Type="http://schemas.openxmlformats.org/officeDocument/2006/relationships/slideMaster" Target="/ppt/slideMasters/slideMaster1.xml"/></Relationships>
</file>

<file path=ppt/slideLayouts/_rels/slideLayoutPresenton9.xml.rels><Relationships xmlns="http://schemas.openxmlformats.org/package/2006/relationships"><Relationship Id="rIdMaster" Type="http://schemas.openxmlformats.org/officeDocument/2006/relationships/slideMaster" Target="/ppt/slideMasters/slideMaster1.xml"/></Relationships>
</file>

<file path=ppt/slideLayouts/_rels/slideLayoutPresenton10.xml.rels><Relationships xmlns="http://schemas.openxmlformats.org/package/2006/relationships"><Relationship Id="rIdMaster" Type="http://schemas.openxmlformats.org/officeDocument/2006/relationships/slideMaster" Target="/ppt/slideMasters/slideMaster1.xml"/></Relationships>
</file>

<file path=ppt/slideLayouts/_rels/slideLayoutPresenton11.xml.rels><Relationships xmlns="http://schemas.openxmlformats.org/package/2006/relationships"><Relationship Id="rIdMaster" Type="http://schemas.openxmlformats.org/officeDocument/2006/relationships/slideMaster" Target="/ppt/slideMasters/slideMaster1.xml"/></Relationships>
</file>

<file path=ppt/slideLayouts/_rels/slideLayoutPresenton12.xml.rels><Relationships xmlns="http://schemas.openxmlformats.org/package/2006/relationships"><Relationship Id="rIdMaster" Type="http://schemas.openxmlformats.org/officeDocument/2006/relationships/slideMaster" Target="/ppt/slideMasters/slideMaster1.xml"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ED1C64B7-F86D-498F-A487-8BE60F41D0C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EB3C08BF-5E02-455C-9D4C-C3E1E88E167A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71218320-092F-4925-A87E-38B66A1DEEF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67DE3A23-A492-4F3F-A31B-C48F2FBD363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30B1C514-554E-4ACE-83A4-FEEC0BE81F21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0EE61B7C-216B-400E-B232-6C33F331AE1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C518A829-0636-484D-B1C3-E64278668AF1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CEF1F117-9A95-48B2-BC5B-FB4B70B554C4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E83A13DC-953E-4D5D-8E37-6FA607E2EDA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4D8C9096-1BAD-4B5C-83F7-FD4AFE4AFD4F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Presenton1.xml><?xml version="1.0" encoding="utf-8"?>
<p:sldLayout xmlns:p="http://schemas.openxmlformats.org/presentationml/2006/main" xmlns:a="http://schemas.openxmlformats.org/drawingml/2006/main" xmlns:r="http://schemas.openxmlformats.org/officeDocument/2006/relationships" type="cust" preserve="1">
  <p:cSld name="cover">
    <p:spTree>
      <p:nvGrpSpPr>
        <p:cNvPr id="1" name=""/>
        <p:cNvGrpSpPr/>
        <p:nvPr/>
      </p:nvGrpSpPr>
      <p:grpSpPr/>
      <p:sp>
        <p:nvSpPr>
          <p:cNvPr id="7" name="design:0">
            <a:extLst xmlns:a="http://schemas.openxmlformats.org/drawingml/2006/main">
              <a:ext uri="{FF2B5EF4-FFF2-40B4-BE49-F238E27FC236}">
                <a16:creationId xmlns:a16="http://schemas.microsoft.com/office/drawing/2014/main" id="{6372AA75-5C9B-4282-803A-F29452387B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0"/>
            <a:ext cx="40957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 w="0">
            <a:noFill/>
          </a:ln>
        </p:spPr>
      </p:sp>
      <p:sp>
        <p:nvSpPr>
          <p:cNvPr id="2" name="design:1">
            <a:extLst xmlns:a="http://schemas.openxmlformats.org/drawingml/2006/main">
              <a:ext uri="{FF2B5EF4-FFF2-40B4-BE49-F238E27FC236}">
                <a16:creationId xmlns:a16="http://schemas.microsoft.com/office/drawing/2014/main" id="{571FCB33-E0D8-4ECE-A53D-9B9854CC5E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952500"/>
            <a:ext cx="2190750" cy="2190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chemeClr val="lt1"/>
          </a:solidFill>
          <a:ln xmlns:a="http://schemas.openxmlformats.org/drawingml/2006/main" w="0">
            <a:noFill/>
          </a:ln>
        </p:spPr>
      </p:sp>
      <p:sp>
        <p:nvSpPr>
          <p:cNvPr id="3" name="design:2">
            <a:extLst xmlns:a="http://schemas.openxmlformats.org/drawingml/2006/main">
              <a:ext uri="{FF2B5EF4-FFF2-40B4-BE49-F238E27FC236}">
                <a16:creationId xmlns:a16="http://schemas.microsoft.com/office/drawing/2014/main" id="{CE7CDFD4-2985-4D47-9306-5268D360E7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38200"/>
            <a:ext cx="9144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 w="0">
            <a:noFill/>
          </a:ln>
        </p:spPr>
      </p:sp>
      <p:sp>
        <p:nvSpPr>
          <p:cNvPr id="4" name="field:kicker">
            <a:extLst xmlns:a="http://schemas.openxmlformats.org/drawingml/2006/main">
              <a:ext uri="{FF2B5EF4-FFF2-40B4-BE49-F238E27FC236}">
                <a16:creationId xmlns:a16="http://schemas.microsoft.com/office/drawing/2014/main" id="{3C87E566-20FF-4394-A466-0857A936E3C6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09600" y="400050"/>
            <a:ext cx="6858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650" b="1" i="0">
                <a:solidFill>
                  <a:schemeClr val="accent1"/>
                </a:solidFill>
                <a:latin typeface="Arial"/>
                <a:ea typeface="Arial"/>
                <a:cs typeface="Arial"/>
              </a:defRPr>
            </a:defPPr>
            <a:lvl1pPr algn="l">
              <a:defRPr sz="1650" b="1" i="0">
                <a:solidFill>
                  <a:schemeClr val="accent1"/>
                </a:solidFill>
                <a:latin typeface="Arial"/>
                <a:ea typeface="Arial"/>
                <a:cs typeface="Arial"/>
              </a:defRPr>
            </a:lvl1pPr>
            <a:lvl2pPr algn="l">
              <a:defRPr sz="1650" b="1" i="0">
                <a:solidFill>
                  <a:schemeClr val="accent1"/>
                </a:solidFill>
                <a:latin typeface="Arial"/>
                <a:ea typeface="Arial"/>
                <a:cs typeface="Arial"/>
              </a:defRPr>
            </a:lvl2pPr>
            <a:lvl3pPr algn="l">
              <a:defRPr sz="1650" b="1" i="0">
                <a:solidFill>
                  <a:schemeClr val="accent1"/>
                </a:solidFill>
                <a:latin typeface="Arial"/>
                <a:ea typeface="Arial"/>
                <a:cs typeface="Arial"/>
              </a:defRPr>
            </a:lvl3pPr>
            <a:lvl4pPr algn="l">
              <a:defRPr sz="1650" b="1" i="0">
                <a:solidFill>
                  <a:schemeClr val="accent1"/>
                </a:solidFill>
                <a:latin typeface="Arial"/>
                <a:ea typeface="Arial"/>
                <a:cs typeface="Arial"/>
              </a:defRPr>
            </a:lvl4pPr>
            <a:lvl5pPr algn="l">
              <a:defRPr sz="1650" b="1" i="0">
                <a:solidFill>
                  <a:schemeClr val="accent1"/>
                </a:solidFill>
                <a:latin typeface="Arial"/>
                <a:ea typeface="Arial"/>
                <a:cs typeface="Arial"/>
              </a:defRPr>
            </a:lvl5pPr>
            <a:lvl6pPr algn="l">
              <a:defRPr sz="1650" b="1" i="0">
                <a:solidFill>
                  <a:schemeClr val="accent1"/>
                </a:solidFill>
                <a:latin typeface="Arial"/>
                <a:ea typeface="Arial"/>
                <a:cs typeface="Arial"/>
              </a:defRPr>
            </a:lvl6pPr>
            <a:lvl7pPr algn="l">
              <a:defRPr sz="1650" b="1" i="0">
                <a:solidFill>
                  <a:schemeClr val="accent1"/>
                </a:solidFill>
                <a:latin typeface="Arial"/>
                <a:ea typeface="Arial"/>
                <a:cs typeface="Arial"/>
              </a:defRPr>
            </a:lvl7pPr>
            <a:lvl8pPr algn="l">
              <a:defRPr sz="1650" b="1" i="0">
                <a:solidFill>
                  <a:schemeClr val="accent1"/>
                </a:solidFill>
                <a:latin typeface="Arial"/>
                <a:ea typeface="Arial"/>
                <a:cs typeface="Arial"/>
              </a:defRPr>
            </a:lvl8pPr>
            <a:lvl9pPr algn="l">
              <a:defRPr sz="1650" b="1" i="0">
                <a:solidFill>
                  <a:schemeClr val="accent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20000"/>
              </a:lnSpc>
              <a:buNone/>
              <a:defRPr sz="1650" b="1" i="0">
                <a:solidFill>
                  <a:schemeClr val="accent1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chemeClr val="accent1"/>
                </a:solidFill>
                <a:latin typeface="Arial"/>
                <a:ea typeface="Arial"/>
                <a:cs typeface="Arial"/>
              </a:rPr>
              <a:t>SECTION</a:t>
            </a:r>
          </a:p>
        </p:txBody>
      </p:sp>
      <p:sp>
        <p:nvSpPr>
          <p:cNvPr id="5" name="field:title">
            <a:extLst xmlns:a="http://schemas.openxmlformats.org/drawingml/2006/main">
              <a:ext uri="{FF2B5EF4-FFF2-40B4-BE49-F238E27FC236}">
                <a16:creationId xmlns:a16="http://schemas.microsoft.com/office/drawing/2014/main" id="{D319EB38-DAD3-4514-A586-5D99673A57E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09600" y="1447800"/>
            <a:ext cx="685800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4500" b="1" i="0">
                <a:solidFill>
                  <a:schemeClr val="dk2"/>
                </a:solidFill>
                <a:latin typeface="Arial"/>
                <a:ea typeface="Arial"/>
                <a:cs typeface="Arial"/>
              </a:defRPr>
            </a:defPPr>
            <a:lvl1pPr algn="l">
              <a:defRPr sz="4500" b="1" i="0">
                <a:solidFill>
                  <a:schemeClr val="dk2"/>
                </a:solidFill>
                <a:latin typeface="Arial"/>
                <a:ea typeface="Arial"/>
                <a:cs typeface="Arial"/>
              </a:defRPr>
            </a:lvl1pPr>
            <a:lvl2pPr algn="l">
              <a:defRPr sz="4500" b="1" i="0">
                <a:solidFill>
                  <a:schemeClr val="dk2"/>
                </a:solidFill>
                <a:latin typeface="Arial"/>
                <a:ea typeface="Arial"/>
                <a:cs typeface="Arial"/>
              </a:defRPr>
            </a:lvl2pPr>
            <a:lvl3pPr algn="l">
              <a:defRPr sz="4500" b="1" i="0">
                <a:solidFill>
                  <a:schemeClr val="dk2"/>
                </a:solidFill>
                <a:latin typeface="Arial"/>
                <a:ea typeface="Arial"/>
                <a:cs typeface="Arial"/>
              </a:defRPr>
            </a:lvl3pPr>
            <a:lvl4pPr algn="l">
              <a:defRPr sz="4500" b="1" i="0">
                <a:solidFill>
                  <a:schemeClr val="dk2"/>
                </a:solidFill>
                <a:latin typeface="Arial"/>
                <a:ea typeface="Arial"/>
                <a:cs typeface="Arial"/>
              </a:defRPr>
            </a:lvl4pPr>
            <a:lvl5pPr algn="l">
              <a:defRPr sz="4500" b="1" i="0">
                <a:solidFill>
                  <a:schemeClr val="dk2"/>
                </a:solidFill>
                <a:latin typeface="Arial"/>
                <a:ea typeface="Arial"/>
                <a:cs typeface="Arial"/>
              </a:defRPr>
            </a:lvl5pPr>
            <a:lvl6pPr algn="l">
              <a:defRPr sz="4500" b="1" i="0">
                <a:solidFill>
                  <a:schemeClr val="dk2"/>
                </a:solidFill>
                <a:latin typeface="Arial"/>
                <a:ea typeface="Arial"/>
                <a:cs typeface="Arial"/>
              </a:defRPr>
            </a:lvl6pPr>
            <a:lvl7pPr algn="l">
              <a:defRPr sz="4500" b="1" i="0">
                <a:solidFill>
                  <a:schemeClr val="dk2"/>
                </a:solidFill>
                <a:latin typeface="Arial"/>
                <a:ea typeface="Arial"/>
                <a:cs typeface="Arial"/>
              </a:defRPr>
            </a:lvl7pPr>
            <a:lvl8pPr algn="l">
              <a:defRPr sz="4500" b="1" i="0">
                <a:solidFill>
                  <a:schemeClr val="dk2"/>
                </a:solidFill>
                <a:latin typeface="Arial"/>
                <a:ea typeface="Arial"/>
                <a:cs typeface="Arial"/>
              </a:defRPr>
            </a:lvl8pPr>
            <a:lvl9pPr algn="l">
              <a:defRPr sz="4500" b="1" i="0">
                <a:solidFill>
                  <a:schemeClr val="dk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20000"/>
              </a:lnSpc>
              <a:buNone/>
              <a:defRPr sz="4500" b="1" i="0">
                <a:solidFill>
                  <a:schemeClr val="dk2"/>
                </a:solidFill>
                <a:latin typeface="Arial"/>
                <a:ea typeface="Arial"/>
                <a:cs typeface="Arial"/>
              </a:defRPr>
            </a:pPr>
            <a:r>
              <a:rPr sz="4500" b="1" i="0">
                <a:solidFill>
                  <a:schemeClr val="dk2"/>
                </a:solidFill>
                <a:latin typeface="Arial"/>
                <a:ea typeface="Arial"/>
                <a:cs typeface="Arial"/>
              </a:rPr>
              <a:t>Bold opening</a:t>
            </a:r>
          </a:p>
        </p:txBody>
      </p:sp>
      <p:sp>
        <p:nvSpPr>
          <p:cNvPr id="6" name="field:subtitle">
            <a:extLst xmlns:a="http://schemas.openxmlformats.org/drawingml/2006/main">
              <a:ext uri="{FF2B5EF4-FFF2-40B4-BE49-F238E27FC236}">
                <a16:creationId xmlns:a16="http://schemas.microsoft.com/office/drawing/2014/main" id="{A4652F1E-8C30-4175-B4FE-0E3495755E61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09600" y="3905250"/>
            <a:ext cx="657225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100" b="0" i="0">
                <a:solidFill>
                  <a:schemeClr val="dk2">
                    <a:lumMod val="75000"/>
                    <a:lumOff val="25000"/>
                  </a:schemeClr>
                </a:solidFill>
                <a:latin typeface="Arial"/>
                <a:ea typeface="Arial"/>
                <a:cs typeface="Arial"/>
              </a:defRPr>
            </a:defPPr>
            <a:lvl1pPr algn="l">
              <a:defRPr sz="2100" b="0" i="0">
                <a:solidFill>
                  <a:schemeClr val="dk2">
                    <a:lumMod val="75000"/>
                    <a:lumOff val="25000"/>
                  </a:schemeClr>
                </a:solidFill>
                <a:latin typeface="Arial"/>
                <a:ea typeface="Arial"/>
                <a:cs typeface="Arial"/>
              </a:defRPr>
            </a:lvl1pPr>
            <a:lvl2pPr algn="l">
              <a:defRPr sz="2100" b="0" i="0">
                <a:solidFill>
                  <a:schemeClr val="dk2">
                    <a:lumMod val="75000"/>
                    <a:lumOff val="25000"/>
                  </a:schemeClr>
                </a:solidFill>
                <a:latin typeface="Arial"/>
                <a:ea typeface="Arial"/>
                <a:cs typeface="Arial"/>
              </a:defRPr>
            </a:lvl2pPr>
            <a:lvl3pPr algn="l">
              <a:defRPr sz="2100" b="0" i="0">
                <a:solidFill>
                  <a:schemeClr val="dk2">
                    <a:lumMod val="75000"/>
                    <a:lumOff val="25000"/>
                  </a:schemeClr>
                </a:solidFill>
                <a:latin typeface="Arial"/>
                <a:ea typeface="Arial"/>
                <a:cs typeface="Arial"/>
              </a:defRPr>
            </a:lvl3pPr>
            <a:lvl4pPr algn="l">
              <a:defRPr sz="2100" b="0" i="0">
                <a:solidFill>
                  <a:schemeClr val="dk2">
                    <a:lumMod val="75000"/>
                    <a:lumOff val="25000"/>
                  </a:schemeClr>
                </a:solidFill>
                <a:latin typeface="Arial"/>
                <a:ea typeface="Arial"/>
                <a:cs typeface="Arial"/>
              </a:defRPr>
            </a:lvl4pPr>
            <a:lvl5pPr algn="l">
              <a:defRPr sz="2100" b="0" i="0">
                <a:solidFill>
                  <a:schemeClr val="dk2">
                    <a:lumMod val="75000"/>
                    <a:lumOff val="25000"/>
                  </a:schemeClr>
                </a:solidFill>
                <a:latin typeface="Arial"/>
                <a:ea typeface="Arial"/>
                <a:cs typeface="Arial"/>
              </a:defRPr>
            </a:lvl5pPr>
            <a:lvl6pPr algn="l">
              <a:defRPr sz="2100" b="0" i="0">
                <a:solidFill>
                  <a:schemeClr val="dk2">
                    <a:lumMod val="75000"/>
                    <a:lumOff val="25000"/>
                  </a:schemeClr>
                </a:solidFill>
                <a:latin typeface="Arial"/>
                <a:ea typeface="Arial"/>
                <a:cs typeface="Arial"/>
              </a:defRPr>
            </a:lvl6pPr>
            <a:lvl7pPr algn="l">
              <a:defRPr sz="2100" b="0" i="0">
                <a:solidFill>
                  <a:schemeClr val="dk2">
                    <a:lumMod val="75000"/>
                    <a:lumOff val="25000"/>
                  </a:schemeClr>
                </a:solidFill>
                <a:latin typeface="Arial"/>
                <a:ea typeface="Arial"/>
                <a:cs typeface="Arial"/>
              </a:defRPr>
            </a:lvl7pPr>
            <a:lvl8pPr algn="l">
              <a:defRPr sz="2100" b="0" i="0">
                <a:solidFill>
                  <a:schemeClr val="dk2">
                    <a:lumMod val="75000"/>
                    <a:lumOff val="25000"/>
                  </a:schemeClr>
                </a:solidFill>
                <a:latin typeface="Arial"/>
                <a:ea typeface="Arial"/>
                <a:cs typeface="Arial"/>
              </a:defRPr>
            </a:lvl8pPr>
            <a:lvl9pPr algn="l">
              <a:defRPr sz="2100" b="0" i="0">
                <a:solidFill>
                  <a:schemeClr val="dk2">
                    <a:lumMod val="75000"/>
                    <a:lumOff val="25000"/>
                  </a:schemeClr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20000"/>
              </a:lnSpc>
              <a:buNone/>
              <a:defRPr sz="2100" b="0" i="0">
                <a:solidFill>
                  <a:schemeClr val="dk2">
                    <a:lumMod val="75000"/>
                    <a:lumOff val="25000"/>
                  </a:schemeClr>
                </a:solidFill>
                <a:latin typeface="Arial"/>
                <a:ea typeface="Arial"/>
                <a:cs typeface="Arial"/>
              </a:defRPr>
            </a:pPr>
            <a:r>
              <a:rPr sz="2100" b="0" i="0">
                <a:solidFill>
                  <a:schemeClr val="dk2">
                    <a:lumMod val="75000"/>
                    <a:lumOff val="25000"/>
                  </a:schemeClr>
                </a:solidFill>
                <a:latin typeface="Arial"/>
                <a:ea typeface="Arial"/>
                <a:cs typeface="Arial"/>
              </a:rPr>
              <a:t>Supporting explanation</a:t>
            </a:r>
          </a:p>
        </p:txBody>
      </p:sp>
    </p:spTree>
  </p:cSld>
  <p:clrMapOvr>
    <a:masterClrMapping/>
  </p:clrMapOvr>
</p:sldLayout>
</file>

<file path=ppt/slideLayouts/slideLayoutPresenton2.xml><?xml version="1.0" encoding="utf-8"?>
<p:sldLayout xmlns:p="http://schemas.openxmlformats.org/presentationml/2006/main" xmlns:a="http://schemas.openxmlformats.org/drawingml/2006/main" xmlns:r="http://schemas.openxmlformats.org/officeDocument/2006/relationships" type="cust" preserve="1">
  <p:cSld name="photo-story">
    <p:spTree>
      <p:nvGrpSpPr>
        <p:cNvPr id="1" name=""/>
        <p:cNvGrpSpPr/>
        <p:nvPr/>
      </p:nvGrpSpPr>
      <p:grpSpPr/>
      <p:sp>
        <p:nvSpPr>
          <p:cNvPr id="6" name="design:0">
            <a:extLst xmlns:a="http://schemas.openxmlformats.org/drawingml/2006/main">
              <a:ext uri="{FF2B5EF4-FFF2-40B4-BE49-F238E27FC236}">
                <a16:creationId xmlns:a16="http://schemas.microsoft.com/office/drawing/2014/main" id="{9C6CDF4B-F37E-426A-8BDC-A7A02ACB74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 w="0">
            <a:noFill/>
          </a:ln>
        </p:spPr>
      </p:sp>
      <p:sp>
        <p:nvSpPr>
          <p:cNvPr id="2" name="field:kicker">
            <a:extLst xmlns:a="http://schemas.openxmlformats.org/drawingml/2006/main">
              <a:ext uri="{FF2B5EF4-FFF2-40B4-BE49-F238E27FC236}">
                <a16:creationId xmlns:a16="http://schemas.microsoft.com/office/drawing/2014/main" id="{18A867D1-1CAE-4640-84FD-80CE5BF8A64F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09600" y="419100"/>
            <a:ext cx="5524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500" b="1" i="0">
                <a:solidFill>
                  <a:schemeClr val="accent1"/>
                </a:solidFill>
                <a:latin typeface="Arial"/>
                <a:ea typeface="Arial"/>
                <a:cs typeface="Arial"/>
              </a:defRPr>
            </a:defPPr>
            <a:lvl1pPr algn="l">
              <a:defRPr sz="1500" b="1" i="0">
                <a:solidFill>
                  <a:schemeClr val="accent1"/>
                </a:solidFill>
                <a:latin typeface="Arial"/>
                <a:ea typeface="Arial"/>
                <a:cs typeface="Arial"/>
              </a:defRPr>
            </a:lvl1pPr>
            <a:lvl2pPr algn="l">
              <a:defRPr sz="1500" b="1" i="0">
                <a:solidFill>
                  <a:schemeClr val="accent1"/>
                </a:solidFill>
                <a:latin typeface="Arial"/>
                <a:ea typeface="Arial"/>
                <a:cs typeface="Arial"/>
              </a:defRPr>
            </a:lvl2pPr>
            <a:lvl3pPr algn="l">
              <a:defRPr sz="1500" b="1" i="0">
                <a:solidFill>
                  <a:schemeClr val="accent1"/>
                </a:solidFill>
                <a:latin typeface="Arial"/>
                <a:ea typeface="Arial"/>
                <a:cs typeface="Arial"/>
              </a:defRPr>
            </a:lvl3pPr>
            <a:lvl4pPr algn="l">
              <a:defRPr sz="1500" b="1" i="0">
                <a:solidFill>
                  <a:schemeClr val="accent1"/>
                </a:solidFill>
                <a:latin typeface="Arial"/>
                <a:ea typeface="Arial"/>
                <a:cs typeface="Arial"/>
              </a:defRPr>
            </a:lvl4pPr>
            <a:lvl5pPr algn="l">
              <a:defRPr sz="1500" b="1" i="0">
                <a:solidFill>
                  <a:schemeClr val="accent1"/>
                </a:solidFill>
                <a:latin typeface="Arial"/>
                <a:ea typeface="Arial"/>
                <a:cs typeface="Arial"/>
              </a:defRPr>
            </a:lvl5pPr>
            <a:lvl6pPr algn="l">
              <a:defRPr sz="1500" b="1" i="0">
                <a:solidFill>
                  <a:schemeClr val="accent1"/>
                </a:solidFill>
                <a:latin typeface="Arial"/>
                <a:ea typeface="Arial"/>
                <a:cs typeface="Arial"/>
              </a:defRPr>
            </a:lvl6pPr>
            <a:lvl7pPr algn="l">
              <a:defRPr sz="1500" b="1" i="0">
                <a:solidFill>
                  <a:schemeClr val="accent1"/>
                </a:solidFill>
                <a:latin typeface="Arial"/>
                <a:ea typeface="Arial"/>
                <a:cs typeface="Arial"/>
              </a:defRPr>
            </a:lvl7pPr>
            <a:lvl8pPr algn="l">
              <a:defRPr sz="1500" b="1" i="0">
                <a:solidFill>
                  <a:schemeClr val="accent1"/>
                </a:solidFill>
                <a:latin typeface="Arial"/>
                <a:ea typeface="Arial"/>
                <a:cs typeface="Arial"/>
              </a:defRPr>
            </a:lvl8pPr>
            <a:lvl9pPr algn="l">
              <a:defRPr sz="1500" b="1" i="0">
                <a:solidFill>
                  <a:schemeClr val="accent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20000"/>
              </a:lnSpc>
              <a:buNone/>
              <a:defRPr sz="1500" b="1" i="0">
                <a:solidFill>
                  <a:schemeClr val="accent1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chemeClr val="accent1"/>
                </a:solidFill>
                <a:latin typeface="Arial"/>
                <a:ea typeface="Arial"/>
                <a:cs typeface="Arial"/>
              </a:rPr>
              <a:t>SECTION</a:t>
            </a:r>
          </a:p>
        </p:txBody>
      </p:sp>
      <p:sp>
        <p:nvSpPr>
          <p:cNvPr id="3" name="field:title">
            <a:extLst xmlns:a="http://schemas.openxmlformats.org/drawingml/2006/main">
              <a:ext uri="{FF2B5EF4-FFF2-40B4-BE49-F238E27FC236}">
                <a16:creationId xmlns:a16="http://schemas.microsoft.com/office/drawing/2014/main" id="{C101F807-8797-4901-9222-032A7F495B2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09600" y="1066800"/>
            <a:ext cx="5276850" cy="1581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3300" b="1" i="0">
                <a:solidFill>
                  <a:schemeClr val="dk2"/>
                </a:solidFill>
                <a:latin typeface="Arial"/>
                <a:ea typeface="Arial"/>
                <a:cs typeface="Arial"/>
              </a:defRPr>
            </a:defPPr>
            <a:lvl1pPr algn="l">
              <a:defRPr sz="3300" b="1" i="0">
                <a:solidFill>
                  <a:schemeClr val="dk2"/>
                </a:solidFill>
                <a:latin typeface="Arial"/>
                <a:ea typeface="Arial"/>
                <a:cs typeface="Arial"/>
              </a:defRPr>
            </a:lvl1pPr>
            <a:lvl2pPr algn="l">
              <a:defRPr sz="3300" b="1" i="0">
                <a:solidFill>
                  <a:schemeClr val="dk2"/>
                </a:solidFill>
                <a:latin typeface="Arial"/>
                <a:ea typeface="Arial"/>
                <a:cs typeface="Arial"/>
              </a:defRPr>
            </a:lvl2pPr>
            <a:lvl3pPr algn="l">
              <a:defRPr sz="3300" b="1" i="0">
                <a:solidFill>
                  <a:schemeClr val="dk2"/>
                </a:solidFill>
                <a:latin typeface="Arial"/>
                <a:ea typeface="Arial"/>
                <a:cs typeface="Arial"/>
              </a:defRPr>
            </a:lvl3pPr>
            <a:lvl4pPr algn="l">
              <a:defRPr sz="3300" b="1" i="0">
                <a:solidFill>
                  <a:schemeClr val="dk2"/>
                </a:solidFill>
                <a:latin typeface="Arial"/>
                <a:ea typeface="Arial"/>
                <a:cs typeface="Arial"/>
              </a:defRPr>
            </a:lvl4pPr>
            <a:lvl5pPr algn="l">
              <a:defRPr sz="3300" b="1" i="0">
                <a:solidFill>
                  <a:schemeClr val="dk2"/>
                </a:solidFill>
                <a:latin typeface="Arial"/>
                <a:ea typeface="Arial"/>
                <a:cs typeface="Arial"/>
              </a:defRPr>
            </a:lvl5pPr>
            <a:lvl6pPr algn="l">
              <a:defRPr sz="3300" b="1" i="0">
                <a:solidFill>
                  <a:schemeClr val="dk2"/>
                </a:solidFill>
                <a:latin typeface="Arial"/>
                <a:ea typeface="Arial"/>
                <a:cs typeface="Arial"/>
              </a:defRPr>
            </a:lvl6pPr>
            <a:lvl7pPr algn="l">
              <a:defRPr sz="3300" b="1" i="0">
                <a:solidFill>
                  <a:schemeClr val="dk2"/>
                </a:solidFill>
                <a:latin typeface="Arial"/>
                <a:ea typeface="Arial"/>
                <a:cs typeface="Arial"/>
              </a:defRPr>
            </a:lvl7pPr>
            <a:lvl8pPr algn="l">
              <a:defRPr sz="3300" b="1" i="0">
                <a:solidFill>
                  <a:schemeClr val="dk2"/>
                </a:solidFill>
                <a:latin typeface="Arial"/>
                <a:ea typeface="Arial"/>
                <a:cs typeface="Arial"/>
              </a:defRPr>
            </a:lvl8pPr>
            <a:lvl9pPr algn="l">
              <a:defRPr sz="3300" b="1" i="0">
                <a:solidFill>
                  <a:schemeClr val="dk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20000"/>
              </a:lnSpc>
              <a:buNone/>
              <a:defRPr sz="3300" b="1" i="0">
                <a:solidFill>
                  <a:schemeClr val="dk2"/>
                </a:solidFill>
                <a:latin typeface="Arial"/>
                <a:ea typeface="Arial"/>
                <a:cs typeface="Arial"/>
              </a:defRPr>
            </a:pPr>
            <a:r>
              <a:rPr sz="3300" b="1" i="0">
                <a:solidFill>
                  <a:schemeClr val="dk2"/>
                </a:solidFill>
                <a:latin typeface="Arial"/>
                <a:ea typeface="Arial"/>
                <a:cs typeface="Arial"/>
              </a:rPr>
              <a:t>Photo story</a:t>
            </a:r>
          </a:p>
        </p:txBody>
      </p:sp>
      <p:sp>
        <p:nvSpPr>
          <p:cNvPr id="4" name="field:subtitle">
            <a:extLst xmlns:a="http://schemas.openxmlformats.org/drawingml/2006/main">
              <a:ext uri="{FF2B5EF4-FFF2-40B4-BE49-F238E27FC236}">
                <a16:creationId xmlns:a16="http://schemas.microsoft.com/office/drawing/2014/main" id="{E0F97BD2-C089-4028-ABB5-6B01D2EA56F4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09600" y="3048000"/>
            <a:ext cx="5276850" cy="2571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025" b="0" i="0">
                <a:solidFill>
                  <a:schemeClr val="dk2">
                    <a:lumMod val="75000"/>
                    <a:lumOff val="25000"/>
                  </a:schemeClr>
                </a:solidFill>
                <a:latin typeface="Arial"/>
                <a:ea typeface="Arial"/>
                <a:cs typeface="Arial"/>
              </a:defRPr>
            </a:defPPr>
            <a:lvl1pPr algn="l">
              <a:defRPr sz="2025" b="0" i="0">
                <a:solidFill>
                  <a:schemeClr val="dk2">
                    <a:lumMod val="75000"/>
                    <a:lumOff val="25000"/>
                  </a:schemeClr>
                </a:solidFill>
                <a:latin typeface="Arial"/>
                <a:ea typeface="Arial"/>
                <a:cs typeface="Arial"/>
              </a:defRPr>
            </a:lvl1pPr>
            <a:lvl2pPr algn="l">
              <a:defRPr sz="2025" b="0" i="0">
                <a:solidFill>
                  <a:schemeClr val="dk2">
                    <a:lumMod val="75000"/>
                    <a:lumOff val="25000"/>
                  </a:schemeClr>
                </a:solidFill>
                <a:latin typeface="Arial"/>
                <a:ea typeface="Arial"/>
                <a:cs typeface="Arial"/>
              </a:defRPr>
            </a:lvl2pPr>
            <a:lvl3pPr algn="l">
              <a:defRPr sz="2025" b="0" i="0">
                <a:solidFill>
                  <a:schemeClr val="dk2">
                    <a:lumMod val="75000"/>
                    <a:lumOff val="25000"/>
                  </a:schemeClr>
                </a:solidFill>
                <a:latin typeface="Arial"/>
                <a:ea typeface="Arial"/>
                <a:cs typeface="Arial"/>
              </a:defRPr>
            </a:lvl3pPr>
            <a:lvl4pPr algn="l">
              <a:defRPr sz="2025" b="0" i="0">
                <a:solidFill>
                  <a:schemeClr val="dk2">
                    <a:lumMod val="75000"/>
                    <a:lumOff val="25000"/>
                  </a:schemeClr>
                </a:solidFill>
                <a:latin typeface="Arial"/>
                <a:ea typeface="Arial"/>
                <a:cs typeface="Arial"/>
              </a:defRPr>
            </a:lvl4pPr>
            <a:lvl5pPr algn="l">
              <a:defRPr sz="2025" b="0" i="0">
                <a:solidFill>
                  <a:schemeClr val="dk2">
                    <a:lumMod val="75000"/>
                    <a:lumOff val="25000"/>
                  </a:schemeClr>
                </a:solidFill>
                <a:latin typeface="Arial"/>
                <a:ea typeface="Arial"/>
                <a:cs typeface="Arial"/>
              </a:defRPr>
            </a:lvl5pPr>
            <a:lvl6pPr algn="l">
              <a:defRPr sz="2025" b="0" i="0">
                <a:solidFill>
                  <a:schemeClr val="dk2">
                    <a:lumMod val="75000"/>
                    <a:lumOff val="25000"/>
                  </a:schemeClr>
                </a:solidFill>
                <a:latin typeface="Arial"/>
                <a:ea typeface="Arial"/>
                <a:cs typeface="Arial"/>
              </a:defRPr>
            </a:lvl6pPr>
            <a:lvl7pPr algn="l">
              <a:defRPr sz="2025" b="0" i="0">
                <a:solidFill>
                  <a:schemeClr val="dk2">
                    <a:lumMod val="75000"/>
                    <a:lumOff val="25000"/>
                  </a:schemeClr>
                </a:solidFill>
                <a:latin typeface="Arial"/>
                <a:ea typeface="Arial"/>
                <a:cs typeface="Arial"/>
              </a:defRPr>
            </a:lvl7pPr>
            <a:lvl8pPr algn="l">
              <a:defRPr sz="2025" b="0" i="0">
                <a:solidFill>
                  <a:schemeClr val="dk2">
                    <a:lumMod val="75000"/>
                    <a:lumOff val="25000"/>
                  </a:schemeClr>
                </a:solidFill>
                <a:latin typeface="Arial"/>
                <a:ea typeface="Arial"/>
                <a:cs typeface="Arial"/>
              </a:defRPr>
            </a:lvl8pPr>
            <a:lvl9pPr algn="l">
              <a:defRPr sz="2025" b="0" i="0">
                <a:solidFill>
                  <a:schemeClr val="dk2">
                    <a:lumMod val="75000"/>
                    <a:lumOff val="25000"/>
                  </a:schemeClr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20000"/>
              </a:lnSpc>
              <a:buNone/>
              <a:defRPr sz="2025" b="0" i="0">
                <a:solidFill>
                  <a:schemeClr val="dk2">
                    <a:lumMod val="75000"/>
                    <a:lumOff val="25000"/>
                  </a:schemeClr>
                </a:solidFill>
                <a:latin typeface="Arial"/>
                <a:ea typeface="Arial"/>
                <a:cs typeface="Arial"/>
              </a:defRPr>
            </a:pPr>
            <a:r>
              <a:rPr sz="2025" b="0" i="0">
                <a:solidFill>
                  <a:schemeClr val="dk2">
                    <a:lumMod val="75000"/>
                    <a:lumOff val="25000"/>
                  </a:schemeClr>
                </a:solidFill>
                <a:latin typeface="Arial"/>
                <a:ea typeface="Arial"/>
                <a:cs typeface="Arial"/>
              </a:rPr>
              <a:t>Supporting explanation</a:t>
            </a:r>
          </a:p>
        </p:txBody>
      </p:sp>
      <p:sp>
        <p:nvSpPr>
          <p:cNvPr id="5" name="field:image">
            <a:extLst xmlns:a="http://schemas.openxmlformats.org/drawingml/2006/main">
              <a:ext uri="{FF2B5EF4-FFF2-40B4-BE49-F238E27FC236}">
                <a16:creationId xmlns:a16="http://schemas.microsoft.com/office/drawing/2014/main" id="{638B7CD8-E6E4-4050-B744-9031BB192D20}"/>
              </a:ext>
            </a:extLst>
          </p:cNvPr>
          <p:cNvSpPr>
            <a:spLocks xmlns:a="http://schemas.openxmlformats.org/drawingml/2006/main" noGrp="1"/>
          </p:cNvSpPr>
          <p:nvPr>
            <p:ph type="pic" idx="1001"/>
          </p:nvPr>
        </p:nvSpPr>
        <p:spPr>
          <a:xfrm xmlns:a="http://schemas.openxmlformats.org/drawingml/2006/main">
            <a:off x="6496050" y="666750"/>
            <a:ext cx="5086350" cy="5581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chemeClr val="accent1">
                <a:tint val="60000"/>
              </a:schemeClr>
            </a:solidFill>
          </a:ln>
        </p:spPr>
        <p:txBody>
          <a:bodyPr xmlns:a="http://schemas.openxmlformats.org/drawingml/2006/main" lIns="38100" tIns="38100" rIns="38100" bIns="38100"/>
          <a:lstStyle xmlns:a="http://schemas.openxmlformats.org/drawingml/2006/main">
            <a:defPPr>
              <a:defRPr sz="1350">
                <a:solidFill>
                  <a:schemeClr val="dk2"/>
                </a:solidFill>
                <a:latin typeface="Arial"/>
                <a:ea typeface="Arial"/>
                <a:cs typeface="Arial"/>
              </a:defRPr>
            </a:defPPr>
            <a:lvl1pPr>
              <a:defRPr sz="1350">
                <a:solidFill>
                  <a:schemeClr val="dk2"/>
                </a:solidFill>
                <a:latin typeface="Arial"/>
                <a:ea typeface="Arial"/>
                <a:cs typeface="Arial"/>
              </a:defRPr>
            </a:lvl1pPr>
            <a:lvl2pPr>
              <a:defRPr sz="1350">
                <a:solidFill>
                  <a:schemeClr val="dk2"/>
                </a:solidFill>
                <a:latin typeface="Arial"/>
                <a:ea typeface="Arial"/>
                <a:cs typeface="Arial"/>
              </a:defRPr>
            </a:lvl2pPr>
            <a:lvl3pPr>
              <a:defRPr sz="1350">
                <a:solidFill>
                  <a:schemeClr val="dk2"/>
                </a:solidFill>
                <a:latin typeface="Arial"/>
                <a:ea typeface="Arial"/>
                <a:cs typeface="Arial"/>
              </a:defRPr>
            </a:lvl3pPr>
            <a:lvl4pPr>
              <a:defRPr sz="1350">
                <a:solidFill>
                  <a:schemeClr val="dk2"/>
                </a:solidFill>
                <a:latin typeface="Arial"/>
                <a:ea typeface="Arial"/>
                <a:cs typeface="Arial"/>
              </a:defRPr>
            </a:lvl4pPr>
            <a:lvl5pPr>
              <a:defRPr sz="1350">
                <a:solidFill>
                  <a:schemeClr val="dk2"/>
                </a:solidFill>
                <a:latin typeface="Arial"/>
                <a:ea typeface="Arial"/>
                <a:cs typeface="Arial"/>
              </a:defRPr>
            </a:lvl5pPr>
            <a:lvl6pPr>
              <a:defRPr sz="1350">
                <a:solidFill>
                  <a:schemeClr val="dk2"/>
                </a:solidFill>
                <a:latin typeface="Arial"/>
                <a:ea typeface="Arial"/>
                <a:cs typeface="Arial"/>
              </a:defRPr>
            </a:lvl6pPr>
            <a:lvl7pPr>
              <a:defRPr sz="1350">
                <a:solidFill>
                  <a:schemeClr val="dk2"/>
                </a:solidFill>
                <a:latin typeface="Arial"/>
                <a:ea typeface="Arial"/>
                <a:cs typeface="Arial"/>
              </a:defRPr>
            </a:lvl7pPr>
            <a:lvl8pPr>
              <a:defRPr sz="1350">
                <a:solidFill>
                  <a:schemeClr val="dk2"/>
                </a:solidFill>
                <a:latin typeface="Arial"/>
                <a:ea typeface="Arial"/>
                <a:cs typeface="Arial"/>
              </a:defRPr>
            </a:lvl8pPr>
            <a:lvl9pPr>
              <a:defRPr sz="1350">
                <a:solidFill>
                  <a:schemeClr val="dk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350">
                <a:solidFill>
                  <a:schemeClr val="dk2"/>
                </a:solidFill>
                <a:latin typeface="Arial"/>
                <a:ea typeface="Arial"/>
                <a:cs typeface="Arial"/>
              </a:defRPr>
            </a:pPr>
            <a:r>
              <a:rPr sz="1350">
                <a:solidFill>
                  <a:schemeClr val="dk2"/>
                </a:solidFill>
                <a:latin typeface="Arial"/>
                <a:ea typeface="Arial"/>
                <a:cs typeface="Arial"/>
              </a:rPr>
              <a:t>Photo placeholder</a:t>
            </a:r>
          </a:p>
        </p:txBody>
      </p:sp>
    </p:spTree>
  </p:cSld>
  <p:clrMapOvr>
    <a:masterClrMapping/>
  </p:clrMapOvr>
</p:sldLayout>
</file>

<file path=ppt/slideLayouts/slideLayoutPresenton3.xml><?xml version="1.0" encoding="utf-8"?>
<p:sldLayout xmlns:p="http://schemas.openxmlformats.org/presentationml/2006/main" xmlns:a="http://schemas.openxmlformats.org/drawingml/2006/main" xmlns:r="http://schemas.openxmlformats.org/officeDocument/2006/relationships" type="cust" preserve="1">
  <p:cSld name="editorial">
    <p:spTree>
      <p:nvGrpSpPr>
        <p:cNvPr id="1" name=""/>
        <p:cNvGrpSpPr/>
        <p:nvPr/>
      </p:nvGrpSpPr>
      <p:grpSpPr/>
      <p:sp>
        <p:nvSpPr>
          <p:cNvPr id="7" name="field:kicker">
            <a:extLst xmlns:a="http://schemas.openxmlformats.org/drawingml/2006/main">
              <a:ext uri="{FF2B5EF4-FFF2-40B4-BE49-F238E27FC236}">
                <a16:creationId xmlns:a16="http://schemas.microsoft.com/office/drawing/2014/main" id="{A4DBAC60-FB13-4854-B969-6D5FE98DA793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09600" y="323850"/>
            <a:ext cx="1047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500" b="1" i="0">
                <a:solidFill>
                  <a:schemeClr val="accent1"/>
                </a:solidFill>
                <a:latin typeface="Arial"/>
                <a:ea typeface="Arial"/>
                <a:cs typeface="Arial"/>
              </a:defRPr>
            </a:defPPr>
            <a:lvl1pPr algn="l">
              <a:defRPr sz="1500" b="1" i="0">
                <a:solidFill>
                  <a:schemeClr val="accent1"/>
                </a:solidFill>
                <a:latin typeface="Arial"/>
                <a:ea typeface="Arial"/>
                <a:cs typeface="Arial"/>
              </a:defRPr>
            </a:lvl1pPr>
            <a:lvl2pPr algn="l">
              <a:defRPr sz="1500" b="1" i="0">
                <a:solidFill>
                  <a:schemeClr val="accent1"/>
                </a:solidFill>
                <a:latin typeface="Arial"/>
                <a:ea typeface="Arial"/>
                <a:cs typeface="Arial"/>
              </a:defRPr>
            </a:lvl2pPr>
            <a:lvl3pPr algn="l">
              <a:defRPr sz="1500" b="1" i="0">
                <a:solidFill>
                  <a:schemeClr val="accent1"/>
                </a:solidFill>
                <a:latin typeface="Arial"/>
                <a:ea typeface="Arial"/>
                <a:cs typeface="Arial"/>
              </a:defRPr>
            </a:lvl3pPr>
            <a:lvl4pPr algn="l">
              <a:defRPr sz="1500" b="1" i="0">
                <a:solidFill>
                  <a:schemeClr val="accent1"/>
                </a:solidFill>
                <a:latin typeface="Arial"/>
                <a:ea typeface="Arial"/>
                <a:cs typeface="Arial"/>
              </a:defRPr>
            </a:lvl4pPr>
            <a:lvl5pPr algn="l">
              <a:defRPr sz="1500" b="1" i="0">
                <a:solidFill>
                  <a:schemeClr val="accent1"/>
                </a:solidFill>
                <a:latin typeface="Arial"/>
                <a:ea typeface="Arial"/>
                <a:cs typeface="Arial"/>
              </a:defRPr>
            </a:lvl5pPr>
            <a:lvl6pPr algn="l">
              <a:defRPr sz="1500" b="1" i="0">
                <a:solidFill>
                  <a:schemeClr val="accent1"/>
                </a:solidFill>
                <a:latin typeface="Arial"/>
                <a:ea typeface="Arial"/>
                <a:cs typeface="Arial"/>
              </a:defRPr>
            </a:lvl6pPr>
            <a:lvl7pPr algn="l">
              <a:defRPr sz="1500" b="1" i="0">
                <a:solidFill>
                  <a:schemeClr val="accent1"/>
                </a:solidFill>
                <a:latin typeface="Arial"/>
                <a:ea typeface="Arial"/>
                <a:cs typeface="Arial"/>
              </a:defRPr>
            </a:lvl7pPr>
            <a:lvl8pPr algn="l">
              <a:defRPr sz="1500" b="1" i="0">
                <a:solidFill>
                  <a:schemeClr val="accent1"/>
                </a:solidFill>
                <a:latin typeface="Arial"/>
                <a:ea typeface="Arial"/>
                <a:cs typeface="Arial"/>
              </a:defRPr>
            </a:lvl8pPr>
            <a:lvl9pPr algn="l">
              <a:defRPr sz="1500" b="1" i="0">
                <a:solidFill>
                  <a:schemeClr val="accent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20000"/>
              </a:lnSpc>
              <a:buNone/>
              <a:defRPr sz="1500" b="1" i="0">
                <a:solidFill>
                  <a:schemeClr val="accent1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chemeClr val="accent1"/>
                </a:solidFill>
                <a:latin typeface="Arial"/>
                <a:ea typeface="Arial"/>
                <a:cs typeface="Arial"/>
              </a:rPr>
              <a:t>SECTION</a:t>
            </a:r>
          </a:p>
        </p:txBody>
      </p:sp>
      <p:sp>
        <p:nvSpPr>
          <p:cNvPr id="2" name="field:title">
            <a:extLst xmlns:a="http://schemas.openxmlformats.org/drawingml/2006/main">
              <a:ext uri="{FF2B5EF4-FFF2-40B4-BE49-F238E27FC236}">
                <a16:creationId xmlns:a16="http://schemas.microsoft.com/office/drawing/2014/main" id="{313DFFAA-EA57-4C52-AA77-305DD2BD5F3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09600" y="819150"/>
            <a:ext cx="109728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3300" b="1" i="0">
                <a:solidFill>
                  <a:schemeClr val="dk2"/>
                </a:solidFill>
                <a:latin typeface="Arial"/>
                <a:ea typeface="Arial"/>
                <a:cs typeface="Arial"/>
              </a:defRPr>
            </a:defPPr>
            <a:lvl1pPr algn="l">
              <a:defRPr sz="3300" b="1" i="0">
                <a:solidFill>
                  <a:schemeClr val="dk2"/>
                </a:solidFill>
                <a:latin typeface="Arial"/>
                <a:ea typeface="Arial"/>
                <a:cs typeface="Arial"/>
              </a:defRPr>
            </a:lvl1pPr>
            <a:lvl2pPr algn="l">
              <a:defRPr sz="3300" b="1" i="0">
                <a:solidFill>
                  <a:schemeClr val="dk2"/>
                </a:solidFill>
                <a:latin typeface="Arial"/>
                <a:ea typeface="Arial"/>
                <a:cs typeface="Arial"/>
              </a:defRPr>
            </a:lvl2pPr>
            <a:lvl3pPr algn="l">
              <a:defRPr sz="3300" b="1" i="0">
                <a:solidFill>
                  <a:schemeClr val="dk2"/>
                </a:solidFill>
                <a:latin typeface="Arial"/>
                <a:ea typeface="Arial"/>
                <a:cs typeface="Arial"/>
              </a:defRPr>
            </a:lvl3pPr>
            <a:lvl4pPr algn="l">
              <a:defRPr sz="3300" b="1" i="0">
                <a:solidFill>
                  <a:schemeClr val="dk2"/>
                </a:solidFill>
                <a:latin typeface="Arial"/>
                <a:ea typeface="Arial"/>
                <a:cs typeface="Arial"/>
              </a:defRPr>
            </a:lvl4pPr>
            <a:lvl5pPr algn="l">
              <a:defRPr sz="3300" b="1" i="0">
                <a:solidFill>
                  <a:schemeClr val="dk2"/>
                </a:solidFill>
                <a:latin typeface="Arial"/>
                <a:ea typeface="Arial"/>
                <a:cs typeface="Arial"/>
              </a:defRPr>
            </a:lvl5pPr>
            <a:lvl6pPr algn="l">
              <a:defRPr sz="3300" b="1" i="0">
                <a:solidFill>
                  <a:schemeClr val="dk2"/>
                </a:solidFill>
                <a:latin typeface="Arial"/>
                <a:ea typeface="Arial"/>
                <a:cs typeface="Arial"/>
              </a:defRPr>
            </a:lvl6pPr>
            <a:lvl7pPr algn="l">
              <a:defRPr sz="3300" b="1" i="0">
                <a:solidFill>
                  <a:schemeClr val="dk2"/>
                </a:solidFill>
                <a:latin typeface="Arial"/>
                <a:ea typeface="Arial"/>
                <a:cs typeface="Arial"/>
              </a:defRPr>
            </a:lvl7pPr>
            <a:lvl8pPr algn="l">
              <a:defRPr sz="3300" b="1" i="0">
                <a:solidFill>
                  <a:schemeClr val="dk2"/>
                </a:solidFill>
                <a:latin typeface="Arial"/>
                <a:ea typeface="Arial"/>
                <a:cs typeface="Arial"/>
              </a:defRPr>
            </a:lvl8pPr>
            <a:lvl9pPr algn="l">
              <a:defRPr sz="3300" b="1" i="0">
                <a:solidFill>
                  <a:schemeClr val="dk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20000"/>
              </a:lnSpc>
              <a:buNone/>
              <a:defRPr sz="3300" b="1" i="0">
                <a:solidFill>
                  <a:schemeClr val="dk2"/>
                </a:solidFill>
                <a:latin typeface="Arial"/>
                <a:ea typeface="Arial"/>
                <a:cs typeface="Arial"/>
              </a:defRPr>
            </a:pPr>
            <a:r>
              <a:rPr sz="3300" b="1" i="0">
                <a:solidFill>
                  <a:schemeClr val="dk2"/>
                </a:solidFill>
                <a:latin typeface="Arial"/>
                <a:ea typeface="Arial"/>
                <a:cs typeface="Arial"/>
              </a:rPr>
              <a:t>Editorial statement</a:t>
            </a:r>
          </a:p>
        </p:txBody>
      </p:sp>
      <p:sp>
        <p:nvSpPr>
          <p:cNvPr id="3" name="field:subtitle">
            <a:extLst xmlns:a="http://schemas.openxmlformats.org/drawingml/2006/main">
              <a:ext uri="{FF2B5EF4-FFF2-40B4-BE49-F238E27FC236}">
                <a16:creationId xmlns:a16="http://schemas.microsoft.com/office/drawing/2014/main" id="{19D44C75-FD9E-4D01-BCB2-1868B143604A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09600" y="2133600"/>
            <a:ext cx="10210800" cy="1771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550" b="0" i="0">
                <a:solidFill>
                  <a:schemeClr val="dk2"/>
                </a:solidFill>
                <a:latin typeface="Arial"/>
                <a:ea typeface="Arial"/>
                <a:cs typeface="Arial"/>
              </a:defRPr>
            </a:defPPr>
            <a:lvl1pPr algn="l">
              <a:defRPr sz="2550" b="0" i="0">
                <a:solidFill>
                  <a:schemeClr val="dk2"/>
                </a:solidFill>
                <a:latin typeface="Arial"/>
                <a:ea typeface="Arial"/>
                <a:cs typeface="Arial"/>
              </a:defRPr>
            </a:lvl1pPr>
            <a:lvl2pPr algn="l">
              <a:defRPr sz="2550" b="0" i="0">
                <a:solidFill>
                  <a:schemeClr val="dk2"/>
                </a:solidFill>
                <a:latin typeface="Arial"/>
                <a:ea typeface="Arial"/>
                <a:cs typeface="Arial"/>
              </a:defRPr>
            </a:lvl2pPr>
            <a:lvl3pPr algn="l">
              <a:defRPr sz="2550" b="0" i="0">
                <a:solidFill>
                  <a:schemeClr val="dk2"/>
                </a:solidFill>
                <a:latin typeface="Arial"/>
                <a:ea typeface="Arial"/>
                <a:cs typeface="Arial"/>
              </a:defRPr>
            </a:lvl3pPr>
            <a:lvl4pPr algn="l">
              <a:defRPr sz="2550" b="0" i="0">
                <a:solidFill>
                  <a:schemeClr val="dk2"/>
                </a:solidFill>
                <a:latin typeface="Arial"/>
                <a:ea typeface="Arial"/>
                <a:cs typeface="Arial"/>
              </a:defRPr>
            </a:lvl4pPr>
            <a:lvl5pPr algn="l">
              <a:defRPr sz="2550" b="0" i="0">
                <a:solidFill>
                  <a:schemeClr val="dk2"/>
                </a:solidFill>
                <a:latin typeface="Arial"/>
                <a:ea typeface="Arial"/>
                <a:cs typeface="Arial"/>
              </a:defRPr>
            </a:lvl5pPr>
            <a:lvl6pPr algn="l">
              <a:defRPr sz="2550" b="0" i="0">
                <a:solidFill>
                  <a:schemeClr val="dk2"/>
                </a:solidFill>
                <a:latin typeface="Arial"/>
                <a:ea typeface="Arial"/>
                <a:cs typeface="Arial"/>
              </a:defRPr>
            </a:lvl6pPr>
            <a:lvl7pPr algn="l">
              <a:defRPr sz="2550" b="0" i="0">
                <a:solidFill>
                  <a:schemeClr val="dk2"/>
                </a:solidFill>
                <a:latin typeface="Arial"/>
                <a:ea typeface="Arial"/>
                <a:cs typeface="Arial"/>
              </a:defRPr>
            </a:lvl7pPr>
            <a:lvl8pPr algn="l">
              <a:defRPr sz="2550" b="0" i="0">
                <a:solidFill>
                  <a:schemeClr val="dk2"/>
                </a:solidFill>
                <a:latin typeface="Arial"/>
                <a:ea typeface="Arial"/>
                <a:cs typeface="Arial"/>
              </a:defRPr>
            </a:lvl8pPr>
            <a:lvl9pPr algn="l">
              <a:defRPr sz="2550" b="0" i="0">
                <a:solidFill>
                  <a:schemeClr val="dk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20000"/>
              </a:lnSpc>
              <a:buNone/>
              <a:defRPr sz="2550" b="0" i="0">
                <a:solidFill>
                  <a:schemeClr val="dk2"/>
                </a:solidFill>
                <a:latin typeface="Arial"/>
                <a:ea typeface="Arial"/>
                <a:cs typeface="Arial"/>
              </a:defRPr>
            </a:pPr>
            <a:r>
              <a:rPr sz="2550" b="0" i="0">
                <a:solidFill>
                  <a:schemeClr val="dk2"/>
                </a:solidFill>
                <a:latin typeface="Arial"/>
                <a:ea typeface="Arial"/>
                <a:cs typeface="Arial"/>
              </a:rPr>
              <a:t>Supporting explanation</a:t>
            </a:r>
          </a:p>
        </p:txBody>
      </p:sp>
      <p:sp>
        <p:nvSpPr>
          <p:cNvPr id="4" name="design:3">
            <a:extLst xmlns:a="http://schemas.openxmlformats.org/drawingml/2006/main">
              <a:ext uri="{FF2B5EF4-FFF2-40B4-BE49-F238E27FC236}">
                <a16:creationId xmlns:a16="http://schemas.microsoft.com/office/drawing/2014/main" id="{1B601E40-B479-44EB-83F4-46E6254E59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14850"/>
            <a:ext cx="10972800" cy="1581150"/>
          </a:xfrm>
          <a:prstGeom xmlns:a="http://schemas.openxmlformats.org/drawingml/2006/main" prst="roundRect">
            <a:avLst>
              <a:gd name="adj" fmla="val 4819"/>
            </a:avLst>
          </a:prstGeom>
          <a:solidFill xmlns:a="http://schemas.openxmlformats.org/drawingml/2006/main">
            <a:schemeClr val="accent1"/>
          </a:solidFill>
          <a:ln xmlns:a="http://schemas.openxmlformats.org/drawingml/2006/main" w="0">
            <a:noFill/>
          </a:ln>
        </p:spPr>
      </p:sp>
      <p:sp>
        <p:nvSpPr>
          <p:cNvPr id="5" name="field:items.0.label">
            <a:extLst xmlns:a="http://schemas.openxmlformats.org/drawingml/2006/main">
              <a:ext uri="{FF2B5EF4-FFF2-40B4-BE49-F238E27FC236}">
                <a16:creationId xmlns:a16="http://schemas.microsoft.com/office/drawing/2014/main" id="{4DABFF53-F4CA-48B2-87AF-944CD3FFCB71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914400" y="4762500"/>
            <a:ext cx="103632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100" b="1" i="0">
                <a:solidFill>
                  <a:schemeClr val="lt1"/>
                </a:solidFill>
                <a:latin typeface="Arial"/>
                <a:ea typeface="Arial"/>
                <a:cs typeface="Arial"/>
              </a:defRPr>
            </a:defPPr>
            <a:lvl1pPr algn="l">
              <a:defRPr sz="2100" b="1" i="0">
                <a:solidFill>
                  <a:schemeClr val="lt1"/>
                </a:solidFill>
                <a:latin typeface="Arial"/>
                <a:ea typeface="Arial"/>
                <a:cs typeface="Arial"/>
              </a:defRPr>
            </a:lvl1pPr>
            <a:lvl2pPr algn="l">
              <a:defRPr sz="2100" b="1" i="0">
                <a:solidFill>
                  <a:schemeClr val="lt1"/>
                </a:solidFill>
                <a:latin typeface="Arial"/>
                <a:ea typeface="Arial"/>
                <a:cs typeface="Arial"/>
              </a:defRPr>
            </a:lvl2pPr>
            <a:lvl3pPr algn="l">
              <a:defRPr sz="2100" b="1" i="0">
                <a:solidFill>
                  <a:schemeClr val="lt1"/>
                </a:solidFill>
                <a:latin typeface="Arial"/>
                <a:ea typeface="Arial"/>
                <a:cs typeface="Arial"/>
              </a:defRPr>
            </a:lvl3pPr>
            <a:lvl4pPr algn="l">
              <a:defRPr sz="2100" b="1" i="0">
                <a:solidFill>
                  <a:schemeClr val="lt1"/>
                </a:solidFill>
                <a:latin typeface="Arial"/>
                <a:ea typeface="Arial"/>
                <a:cs typeface="Arial"/>
              </a:defRPr>
            </a:lvl4pPr>
            <a:lvl5pPr algn="l">
              <a:defRPr sz="2100" b="1" i="0">
                <a:solidFill>
                  <a:schemeClr val="lt1"/>
                </a:solidFill>
                <a:latin typeface="Arial"/>
                <a:ea typeface="Arial"/>
                <a:cs typeface="Arial"/>
              </a:defRPr>
            </a:lvl5pPr>
            <a:lvl6pPr algn="l">
              <a:defRPr sz="2100" b="1" i="0">
                <a:solidFill>
                  <a:schemeClr val="lt1"/>
                </a:solidFill>
                <a:latin typeface="Arial"/>
                <a:ea typeface="Arial"/>
                <a:cs typeface="Arial"/>
              </a:defRPr>
            </a:lvl6pPr>
            <a:lvl7pPr algn="l">
              <a:defRPr sz="2100" b="1" i="0">
                <a:solidFill>
                  <a:schemeClr val="lt1"/>
                </a:solidFill>
                <a:latin typeface="Arial"/>
                <a:ea typeface="Arial"/>
                <a:cs typeface="Arial"/>
              </a:defRPr>
            </a:lvl7pPr>
            <a:lvl8pPr algn="l">
              <a:defRPr sz="2100" b="1" i="0">
                <a:solidFill>
                  <a:schemeClr val="lt1"/>
                </a:solidFill>
                <a:latin typeface="Arial"/>
                <a:ea typeface="Arial"/>
                <a:cs typeface="Arial"/>
              </a:defRPr>
            </a:lvl8pPr>
            <a:lvl9pPr algn="l">
              <a:defRPr sz="2100" b="1" i="0">
                <a:solidFill>
                  <a:schemeClr val="lt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20000"/>
              </a:lnSpc>
              <a:buNone/>
              <a:defRPr sz="2100" b="1" i="0">
                <a:solidFill>
                  <a:schemeClr val="lt1"/>
                </a:solidFill>
                <a:latin typeface="Arial"/>
                <a:ea typeface="Arial"/>
                <a:cs typeface="Arial"/>
              </a:defRPr>
            </a:pPr>
            <a:r>
              <a:rPr sz="2100" b="1" i="0">
                <a:solidFill>
                  <a:schemeClr val="lt1"/>
                </a:solidFill>
                <a:latin typeface="Arial"/>
                <a:ea typeface="Arial"/>
                <a:cs typeface="Arial"/>
              </a:rPr>
              <a:t>Item 1</a:t>
            </a:r>
          </a:p>
        </p:txBody>
      </p:sp>
      <p:sp>
        <p:nvSpPr>
          <p:cNvPr id="6" name="field:items.0.text">
            <a:extLst xmlns:a="http://schemas.openxmlformats.org/drawingml/2006/main">
              <a:ext uri="{FF2B5EF4-FFF2-40B4-BE49-F238E27FC236}">
                <a16:creationId xmlns:a16="http://schemas.microsoft.com/office/drawing/2014/main" id="{CE308074-CF03-4AB3-B134-362150285EC4}"/>
              </a:ext>
            </a:extLst>
          </p:cNvPr>
          <p:cNvSpPr>
            <a:spLocks xmlns:a="http://schemas.openxmlformats.org/drawingml/2006/main" noGrp="1"/>
          </p:cNvSpPr>
          <p:nvPr>
            <p:ph type="body" idx="4"/>
          </p:nvPr>
        </p:nvSpPr>
        <p:spPr>
          <a:xfrm xmlns:a="http://schemas.openxmlformats.org/drawingml/2006/main">
            <a:off x="914400" y="5314950"/>
            <a:ext cx="103632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800" b="0" i="0">
                <a:solidFill>
                  <a:schemeClr val="lt1"/>
                </a:solidFill>
                <a:latin typeface="Arial"/>
                <a:ea typeface="Arial"/>
                <a:cs typeface="Arial"/>
              </a:defRPr>
            </a:defPPr>
            <a:lvl1pPr algn="l">
              <a:defRPr sz="1800" b="0" i="0">
                <a:solidFill>
                  <a:schemeClr val="lt1"/>
                </a:solidFill>
                <a:latin typeface="Arial"/>
                <a:ea typeface="Arial"/>
                <a:cs typeface="Arial"/>
              </a:defRPr>
            </a:lvl1pPr>
            <a:lvl2pPr algn="l">
              <a:defRPr sz="1800" b="0" i="0">
                <a:solidFill>
                  <a:schemeClr val="lt1"/>
                </a:solidFill>
                <a:latin typeface="Arial"/>
                <a:ea typeface="Arial"/>
                <a:cs typeface="Arial"/>
              </a:defRPr>
            </a:lvl2pPr>
            <a:lvl3pPr algn="l">
              <a:defRPr sz="1800" b="0" i="0">
                <a:solidFill>
                  <a:schemeClr val="lt1"/>
                </a:solidFill>
                <a:latin typeface="Arial"/>
                <a:ea typeface="Arial"/>
                <a:cs typeface="Arial"/>
              </a:defRPr>
            </a:lvl3pPr>
            <a:lvl4pPr algn="l">
              <a:defRPr sz="1800" b="0" i="0">
                <a:solidFill>
                  <a:schemeClr val="lt1"/>
                </a:solidFill>
                <a:latin typeface="Arial"/>
                <a:ea typeface="Arial"/>
                <a:cs typeface="Arial"/>
              </a:defRPr>
            </a:lvl4pPr>
            <a:lvl5pPr algn="l">
              <a:defRPr sz="1800" b="0" i="0">
                <a:solidFill>
                  <a:schemeClr val="lt1"/>
                </a:solidFill>
                <a:latin typeface="Arial"/>
                <a:ea typeface="Arial"/>
                <a:cs typeface="Arial"/>
              </a:defRPr>
            </a:lvl5pPr>
            <a:lvl6pPr algn="l">
              <a:defRPr sz="1800" b="0" i="0">
                <a:solidFill>
                  <a:schemeClr val="lt1"/>
                </a:solidFill>
                <a:latin typeface="Arial"/>
                <a:ea typeface="Arial"/>
                <a:cs typeface="Arial"/>
              </a:defRPr>
            </a:lvl6pPr>
            <a:lvl7pPr algn="l">
              <a:defRPr sz="1800" b="0" i="0">
                <a:solidFill>
                  <a:schemeClr val="lt1"/>
                </a:solidFill>
                <a:latin typeface="Arial"/>
                <a:ea typeface="Arial"/>
                <a:cs typeface="Arial"/>
              </a:defRPr>
            </a:lvl7pPr>
            <a:lvl8pPr algn="l">
              <a:defRPr sz="1800" b="0" i="0">
                <a:solidFill>
                  <a:schemeClr val="lt1"/>
                </a:solidFill>
                <a:latin typeface="Arial"/>
                <a:ea typeface="Arial"/>
                <a:cs typeface="Arial"/>
              </a:defRPr>
            </a:lvl8pPr>
            <a:lvl9pPr algn="l">
              <a:defRPr sz="1800" b="0" i="0">
                <a:solidFill>
                  <a:schemeClr val="lt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20000"/>
              </a:lnSpc>
              <a:buNone/>
              <a:defRPr sz="1800" b="0" i="0">
                <a:solidFill>
                  <a:schemeClr val="lt1"/>
                </a:solidFill>
                <a:latin typeface="Arial"/>
                <a:ea typeface="Arial"/>
                <a:cs typeface="Arial"/>
              </a:defRPr>
            </a:pPr>
            <a:r>
              <a:rPr sz="1800" b="0" i="0">
                <a:solidFill>
                  <a:schemeClr val="lt1"/>
                </a:solidFill>
                <a:latin typeface="Arial"/>
                <a:ea typeface="Arial"/>
                <a:cs typeface="Arial"/>
              </a:rPr>
              <a:t>Supporting detail</a:t>
            </a:r>
          </a:p>
        </p:txBody>
      </p:sp>
    </p:spTree>
  </p:cSld>
  <p:clrMapOvr>
    <a:masterClrMapping/>
  </p:clrMapOvr>
</p:sldLayout>
</file>

<file path=ppt/slideLayouts/slideLayoutPresenton4.xml><?xml version="1.0" encoding="utf-8"?>
<p:sldLayout xmlns:p="http://schemas.openxmlformats.org/presentationml/2006/main" xmlns:a="http://schemas.openxmlformats.org/drawingml/2006/main" xmlns:r="http://schemas.openxmlformats.org/officeDocument/2006/relationships" type="cust" preserve="1">
  <p:cSld name="comparison">
    <p:spTree>
      <p:nvGrpSpPr>
        <p:cNvPr id="1" name=""/>
        <p:cNvGrpSpPr/>
        <p:nvPr/>
      </p:nvGrpSpPr>
      <p:grpSpPr/>
      <p:sp>
        <p:nvSpPr>
          <p:cNvPr id="11" name="field:kicker">
            <a:extLst xmlns:a="http://schemas.openxmlformats.org/drawingml/2006/main">
              <a:ext uri="{FF2B5EF4-FFF2-40B4-BE49-F238E27FC236}">
                <a16:creationId xmlns:a16="http://schemas.microsoft.com/office/drawing/2014/main" id="{2EDB334A-62A2-4B69-AE00-5631991AC5C4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09600" y="323850"/>
            <a:ext cx="1047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500" b="1" i="0">
                <a:solidFill>
                  <a:schemeClr val="accent1"/>
                </a:solidFill>
                <a:latin typeface="Arial"/>
                <a:ea typeface="Arial"/>
                <a:cs typeface="Arial"/>
              </a:defRPr>
            </a:defPPr>
            <a:lvl1pPr algn="l">
              <a:defRPr sz="1500" b="1" i="0">
                <a:solidFill>
                  <a:schemeClr val="accent1"/>
                </a:solidFill>
                <a:latin typeface="Arial"/>
                <a:ea typeface="Arial"/>
                <a:cs typeface="Arial"/>
              </a:defRPr>
            </a:lvl1pPr>
            <a:lvl2pPr algn="l">
              <a:defRPr sz="1500" b="1" i="0">
                <a:solidFill>
                  <a:schemeClr val="accent1"/>
                </a:solidFill>
                <a:latin typeface="Arial"/>
                <a:ea typeface="Arial"/>
                <a:cs typeface="Arial"/>
              </a:defRPr>
            </a:lvl2pPr>
            <a:lvl3pPr algn="l">
              <a:defRPr sz="1500" b="1" i="0">
                <a:solidFill>
                  <a:schemeClr val="accent1"/>
                </a:solidFill>
                <a:latin typeface="Arial"/>
                <a:ea typeface="Arial"/>
                <a:cs typeface="Arial"/>
              </a:defRPr>
            </a:lvl3pPr>
            <a:lvl4pPr algn="l">
              <a:defRPr sz="1500" b="1" i="0">
                <a:solidFill>
                  <a:schemeClr val="accent1"/>
                </a:solidFill>
                <a:latin typeface="Arial"/>
                <a:ea typeface="Arial"/>
                <a:cs typeface="Arial"/>
              </a:defRPr>
            </a:lvl4pPr>
            <a:lvl5pPr algn="l">
              <a:defRPr sz="1500" b="1" i="0">
                <a:solidFill>
                  <a:schemeClr val="accent1"/>
                </a:solidFill>
                <a:latin typeface="Arial"/>
                <a:ea typeface="Arial"/>
                <a:cs typeface="Arial"/>
              </a:defRPr>
            </a:lvl5pPr>
            <a:lvl6pPr algn="l">
              <a:defRPr sz="1500" b="1" i="0">
                <a:solidFill>
                  <a:schemeClr val="accent1"/>
                </a:solidFill>
                <a:latin typeface="Arial"/>
                <a:ea typeface="Arial"/>
                <a:cs typeface="Arial"/>
              </a:defRPr>
            </a:lvl6pPr>
            <a:lvl7pPr algn="l">
              <a:defRPr sz="1500" b="1" i="0">
                <a:solidFill>
                  <a:schemeClr val="accent1"/>
                </a:solidFill>
                <a:latin typeface="Arial"/>
                <a:ea typeface="Arial"/>
                <a:cs typeface="Arial"/>
              </a:defRPr>
            </a:lvl7pPr>
            <a:lvl8pPr algn="l">
              <a:defRPr sz="1500" b="1" i="0">
                <a:solidFill>
                  <a:schemeClr val="accent1"/>
                </a:solidFill>
                <a:latin typeface="Arial"/>
                <a:ea typeface="Arial"/>
                <a:cs typeface="Arial"/>
              </a:defRPr>
            </a:lvl8pPr>
            <a:lvl9pPr algn="l">
              <a:defRPr sz="1500" b="1" i="0">
                <a:solidFill>
                  <a:schemeClr val="accent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20000"/>
              </a:lnSpc>
              <a:buNone/>
              <a:defRPr sz="1500" b="1" i="0">
                <a:solidFill>
                  <a:schemeClr val="accent1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chemeClr val="accent1"/>
                </a:solidFill>
                <a:latin typeface="Arial"/>
                <a:ea typeface="Arial"/>
                <a:cs typeface="Arial"/>
              </a:rPr>
              <a:t>SECTION</a:t>
            </a:r>
          </a:p>
        </p:txBody>
      </p:sp>
      <p:sp>
        <p:nvSpPr>
          <p:cNvPr id="2" name="field:title">
            <a:extLst xmlns:a="http://schemas.openxmlformats.org/drawingml/2006/main">
              <a:ext uri="{FF2B5EF4-FFF2-40B4-BE49-F238E27FC236}">
                <a16:creationId xmlns:a16="http://schemas.microsoft.com/office/drawing/2014/main" id="{81C9CE32-4821-44C1-8E9A-ABE5E5D4F4B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09600" y="819150"/>
            <a:ext cx="109728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3300" b="1" i="0">
                <a:solidFill>
                  <a:schemeClr val="dk2"/>
                </a:solidFill>
                <a:latin typeface="Arial"/>
                <a:ea typeface="Arial"/>
                <a:cs typeface="Arial"/>
              </a:defRPr>
            </a:defPPr>
            <a:lvl1pPr algn="l">
              <a:defRPr sz="3300" b="1" i="0">
                <a:solidFill>
                  <a:schemeClr val="dk2"/>
                </a:solidFill>
                <a:latin typeface="Arial"/>
                <a:ea typeface="Arial"/>
                <a:cs typeface="Arial"/>
              </a:defRPr>
            </a:lvl1pPr>
            <a:lvl2pPr algn="l">
              <a:defRPr sz="3300" b="1" i="0">
                <a:solidFill>
                  <a:schemeClr val="dk2"/>
                </a:solidFill>
                <a:latin typeface="Arial"/>
                <a:ea typeface="Arial"/>
                <a:cs typeface="Arial"/>
              </a:defRPr>
            </a:lvl2pPr>
            <a:lvl3pPr algn="l">
              <a:defRPr sz="3300" b="1" i="0">
                <a:solidFill>
                  <a:schemeClr val="dk2"/>
                </a:solidFill>
                <a:latin typeface="Arial"/>
                <a:ea typeface="Arial"/>
                <a:cs typeface="Arial"/>
              </a:defRPr>
            </a:lvl3pPr>
            <a:lvl4pPr algn="l">
              <a:defRPr sz="3300" b="1" i="0">
                <a:solidFill>
                  <a:schemeClr val="dk2"/>
                </a:solidFill>
                <a:latin typeface="Arial"/>
                <a:ea typeface="Arial"/>
                <a:cs typeface="Arial"/>
              </a:defRPr>
            </a:lvl4pPr>
            <a:lvl5pPr algn="l">
              <a:defRPr sz="3300" b="1" i="0">
                <a:solidFill>
                  <a:schemeClr val="dk2"/>
                </a:solidFill>
                <a:latin typeface="Arial"/>
                <a:ea typeface="Arial"/>
                <a:cs typeface="Arial"/>
              </a:defRPr>
            </a:lvl5pPr>
            <a:lvl6pPr algn="l">
              <a:defRPr sz="3300" b="1" i="0">
                <a:solidFill>
                  <a:schemeClr val="dk2"/>
                </a:solidFill>
                <a:latin typeface="Arial"/>
                <a:ea typeface="Arial"/>
                <a:cs typeface="Arial"/>
              </a:defRPr>
            </a:lvl6pPr>
            <a:lvl7pPr algn="l">
              <a:defRPr sz="3300" b="1" i="0">
                <a:solidFill>
                  <a:schemeClr val="dk2"/>
                </a:solidFill>
                <a:latin typeface="Arial"/>
                <a:ea typeface="Arial"/>
                <a:cs typeface="Arial"/>
              </a:defRPr>
            </a:lvl7pPr>
            <a:lvl8pPr algn="l">
              <a:defRPr sz="3300" b="1" i="0">
                <a:solidFill>
                  <a:schemeClr val="dk2"/>
                </a:solidFill>
                <a:latin typeface="Arial"/>
                <a:ea typeface="Arial"/>
                <a:cs typeface="Arial"/>
              </a:defRPr>
            </a:lvl8pPr>
            <a:lvl9pPr algn="l">
              <a:defRPr sz="3300" b="1" i="0">
                <a:solidFill>
                  <a:schemeClr val="dk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20000"/>
              </a:lnSpc>
              <a:buNone/>
              <a:defRPr sz="3300" b="1" i="0">
                <a:solidFill>
                  <a:schemeClr val="dk2"/>
                </a:solidFill>
                <a:latin typeface="Arial"/>
                <a:ea typeface="Arial"/>
                <a:cs typeface="Arial"/>
              </a:defRPr>
            </a:pPr>
            <a:r>
              <a:rPr sz="3300" b="1" i="0">
                <a:solidFill>
                  <a:schemeClr val="dk2"/>
                </a:solidFill>
                <a:latin typeface="Arial"/>
                <a:ea typeface="Arial"/>
                <a:cs typeface="Arial"/>
              </a:rPr>
              <a:t>Two-way comparison</a:t>
            </a:r>
          </a:p>
        </p:txBody>
      </p:sp>
      <p:sp>
        <p:nvSpPr>
          <p:cNvPr id="3" name="design:2">
            <a:extLst xmlns:a="http://schemas.openxmlformats.org/drawingml/2006/main">
              <a:ext uri="{FF2B5EF4-FFF2-40B4-BE49-F238E27FC236}">
                <a16:creationId xmlns:a16="http://schemas.microsoft.com/office/drawing/2014/main" id="{FB1526F4-2283-453C-90CD-23FA4C0455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52650"/>
            <a:ext cx="5334000" cy="3943350"/>
          </a:xfrm>
          <a:prstGeom xmlns:a="http://schemas.openxmlformats.org/drawingml/2006/main" prst="roundRect">
            <a:avLst>
              <a:gd name="adj" fmla="val 1932"/>
            </a:avLst>
          </a:prstGeom>
          <a:solidFill xmlns:a="http://schemas.openxmlformats.org/drawingml/2006/main">
            <a:schemeClr val="lt2"/>
          </a:solidFill>
          <a:ln xmlns:a="http://schemas.openxmlformats.org/drawingml/2006/main" w="0">
            <a:noFill/>
          </a:ln>
        </p:spPr>
      </p:sp>
      <p:sp>
        <p:nvSpPr>
          <p:cNvPr id="4" name="design:3">
            <a:extLst xmlns:a="http://schemas.openxmlformats.org/drawingml/2006/main">
              <a:ext uri="{FF2B5EF4-FFF2-40B4-BE49-F238E27FC236}">
                <a16:creationId xmlns:a16="http://schemas.microsoft.com/office/drawing/2014/main" id="{842E9FB9-DEDE-412A-B5EF-4BB67BEFB4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52650"/>
            <a:ext cx="5334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 w="0">
            <a:noFill/>
          </a:ln>
        </p:spPr>
      </p:sp>
      <p:sp>
        <p:nvSpPr>
          <p:cNvPr id="5" name="field:items.0.label">
            <a:extLst xmlns:a="http://schemas.openxmlformats.org/drawingml/2006/main">
              <a:ext uri="{FF2B5EF4-FFF2-40B4-BE49-F238E27FC236}">
                <a16:creationId xmlns:a16="http://schemas.microsoft.com/office/drawing/2014/main" id="{5A2B8BAF-1386-41DB-8192-8BDC1BAFF189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914400" y="2571750"/>
            <a:ext cx="47244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100" b="1" i="0">
                <a:solidFill>
                  <a:schemeClr val="dk2"/>
                </a:solidFill>
                <a:latin typeface="Arial"/>
                <a:ea typeface="Arial"/>
                <a:cs typeface="Arial"/>
              </a:defRPr>
            </a:defPPr>
            <a:lvl1pPr algn="l">
              <a:defRPr sz="2100" b="1" i="0">
                <a:solidFill>
                  <a:schemeClr val="dk2"/>
                </a:solidFill>
                <a:latin typeface="Arial"/>
                <a:ea typeface="Arial"/>
                <a:cs typeface="Arial"/>
              </a:defRPr>
            </a:lvl1pPr>
            <a:lvl2pPr algn="l">
              <a:defRPr sz="2100" b="1" i="0">
                <a:solidFill>
                  <a:schemeClr val="dk2"/>
                </a:solidFill>
                <a:latin typeface="Arial"/>
                <a:ea typeface="Arial"/>
                <a:cs typeface="Arial"/>
              </a:defRPr>
            </a:lvl2pPr>
            <a:lvl3pPr algn="l">
              <a:defRPr sz="2100" b="1" i="0">
                <a:solidFill>
                  <a:schemeClr val="dk2"/>
                </a:solidFill>
                <a:latin typeface="Arial"/>
                <a:ea typeface="Arial"/>
                <a:cs typeface="Arial"/>
              </a:defRPr>
            </a:lvl3pPr>
            <a:lvl4pPr algn="l">
              <a:defRPr sz="2100" b="1" i="0">
                <a:solidFill>
                  <a:schemeClr val="dk2"/>
                </a:solidFill>
                <a:latin typeface="Arial"/>
                <a:ea typeface="Arial"/>
                <a:cs typeface="Arial"/>
              </a:defRPr>
            </a:lvl4pPr>
            <a:lvl5pPr algn="l">
              <a:defRPr sz="2100" b="1" i="0">
                <a:solidFill>
                  <a:schemeClr val="dk2"/>
                </a:solidFill>
                <a:latin typeface="Arial"/>
                <a:ea typeface="Arial"/>
                <a:cs typeface="Arial"/>
              </a:defRPr>
            </a:lvl5pPr>
            <a:lvl6pPr algn="l">
              <a:defRPr sz="2100" b="1" i="0">
                <a:solidFill>
                  <a:schemeClr val="dk2"/>
                </a:solidFill>
                <a:latin typeface="Arial"/>
                <a:ea typeface="Arial"/>
                <a:cs typeface="Arial"/>
              </a:defRPr>
            </a:lvl6pPr>
            <a:lvl7pPr algn="l">
              <a:defRPr sz="2100" b="1" i="0">
                <a:solidFill>
                  <a:schemeClr val="dk2"/>
                </a:solidFill>
                <a:latin typeface="Arial"/>
                <a:ea typeface="Arial"/>
                <a:cs typeface="Arial"/>
              </a:defRPr>
            </a:lvl7pPr>
            <a:lvl8pPr algn="l">
              <a:defRPr sz="2100" b="1" i="0">
                <a:solidFill>
                  <a:schemeClr val="dk2"/>
                </a:solidFill>
                <a:latin typeface="Arial"/>
                <a:ea typeface="Arial"/>
                <a:cs typeface="Arial"/>
              </a:defRPr>
            </a:lvl8pPr>
            <a:lvl9pPr algn="l">
              <a:defRPr sz="2100" b="1" i="0">
                <a:solidFill>
                  <a:schemeClr val="dk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20000"/>
              </a:lnSpc>
              <a:buNone/>
              <a:defRPr sz="2100" b="1" i="0">
                <a:solidFill>
                  <a:schemeClr val="dk2"/>
                </a:solidFill>
                <a:latin typeface="Arial"/>
                <a:ea typeface="Arial"/>
                <a:cs typeface="Arial"/>
              </a:defRPr>
            </a:pPr>
            <a:r>
              <a:rPr sz="2100" b="1" i="0">
                <a:solidFill>
                  <a:schemeClr val="dk2"/>
                </a:solidFill>
                <a:latin typeface="Arial"/>
                <a:ea typeface="Arial"/>
                <a:cs typeface="Arial"/>
              </a:rPr>
              <a:t>Item 1</a:t>
            </a:r>
          </a:p>
        </p:txBody>
      </p:sp>
      <p:sp>
        <p:nvSpPr>
          <p:cNvPr id="6" name="field:items.0.text">
            <a:extLst xmlns:a="http://schemas.openxmlformats.org/drawingml/2006/main">
              <a:ext uri="{FF2B5EF4-FFF2-40B4-BE49-F238E27FC236}">
                <a16:creationId xmlns:a16="http://schemas.microsoft.com/office/drawing/2014/main" id="{E82B80EB-3945-4FFF-9F88-13E6B0E8589E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914400" y="3371850"/>
            <a:ext cx="4724400" cy="2247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800" b="0" i="0">
                <a:solidFill>
                  <a:schemeClr val="dk2"/>
                </a:solidFill>
                <a:latin typeface="Arial"/>
                <a:ea typeface="Arial"/>
                <a:cs typeface="Arial"/>
              </a:defRPr>
            </a:defPPr>
            <a:lvl1pPr algn="l">
              <a:defRPr sz="1800" b="0" i="0">
                <a:solidFill>
                  <a:schemeClr val="dk2"/>
                </a:solidFill>
                <a:latin typeface="Arial"/>
                <a:ea typeface="Arial"/>
                <a:cs typeface="Arial"/>
              </a:defRPr>
            </a:lvl1pPr>
            <a:lvl2pPr algn="l">
              <a:defRPr sz="1800" b="0" i="0">
                <a:solidFill>
                  <a:schemeClr val="dk2"/>
                </a:solidFill>
                <a:latin typeface="Arial"/>
                <a:ea typeface="Arial"/>
                <a:cs typeface="Arial"/>
              </a:defRPr>
            </a:lvl2pPr>
            <a:lvl3pPr algn="l">
              <a:defRPr sz="1800" b="0" i="0">
                <a:solidFill>
                  <a:schemeClr val="dk2"/>
                </a:solidFill>
                <a:latin typeface="Arial"/>
                <a:ea typeface="Arial"/>
                <a:cs typeface="Arial"/>
              </a:defRPr>
            </a:lvl3pPr>
            <a:lvl4pPr algn="l">
              <a:defRPr sz="1800" b="0" i="0">
                <a:solidFill>
                  <a:schemeClr val="dk2"/>
                </a:solidFill>
                <a:latin typeface="Arial"/>
                <a:ea typeface="Arial"/>
                <a:cs typeface="Arial"/>
              </a:defRPr>
            </a:lvl4pPr>
            <a:lvl5pPr algn="l">
              <a:defRPr sz="1800" b="0" i="0">
                <a:solidFill>
                  <a:schemeClr val="dk2"/>
                </a:solidFill>
                <a:latin typeface="Arial"/>
                <a:ea typeface="Arial"/>
                <a:cs typeface="Arial"/>
              </a:defRPr>
            </a:lvl5pPr>
            <a:lvl6pPr algn="l">
              <a:defRPr sz="1800" b="0" i="0">
                <a:solidFill>
                  <a:schemeClr val="dk2"/>
                </a:solidFill>
                <a:latin typeface="Arial"/>
                <a:ea typeface="Arial"/>
                <a:cs typeface="Arial"/>
              </a:defRPr>
            </a:lvl6pPr>
            <a:lvl7pPr algn="l">
              <a:defRPr sz="1800" b="0" i="0">
                <a:solidFill>
                  <a:schemeClr val="dk2"/>
                </a:solidFill>
                <a:latin typeface="Arial"/>
                <a:ea typeface="Arial"/>
                <a:cs typeface="Arial"/>
              </a:defRPr>
            </a:lvl7pPr>
            <a:lvl8pPr algn="l">
              <a:defRPr sz="1800" b="0" i="0">
                <a:solidFill>
                  <a:schemeClr val="dk2"/>
                </a:solidFill>
                <a:latin typeface="Arial"/>
                <a:ea typeface="Arial"/>
                <a:cs typeface="Arial"/>
              </a:defRPr>
            </a:lvl8pPr>
            <a:lvl9pPr algn="l">
              <a:defRPr sz="1800" b="0" i="0">
                <a:solidFill>
                  <a:schemeClr val="dk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20000"/>
              </a:lnSpc>
              <a:buNone/>
              <a:defRPr sz="1800" b="0" i="0">
                <a:solidFill>
                  <a:schemeClr val="dk2"/>
                </a:solidFill>
                <a:latin typeface="Arial"/>
                <a:ea typeface="Arial"/>
                <a:cs typeface="Arial"/>
              </a:defRPr>
            </a:pPr>
            <a:r>
              <a:rPr sz="1800" b="0" i="0">
                <a:solidFill>
                  <a:schemeClr val="dk2"/>
                </a:solidFill>
                <a:latin typeface="Arial"/>
                <a:ea typeface="Arial"/>
                <a:cs typeface="Arial"/>
              </a:rPr>
              <a:t>Supporting detail</a:t>
            </a:r>
          </a:p>
        </p:txBody>
      </p:sp>
      <p:sp>
        <p:nvSpPr>
          <p:cNvPr id="7" name="design:6">
            <a:extLst xmlns:a="http://schemas.openxmlformats.org/drawingml/2006/main">
              <a:ext uri="{FF2B5EF4-FFF2-40B4-BE49-F238E27FC236}">
                <a16:creationId xmlns:a16="http://schemas.microsoft.com/office/drawing/2014/main" id="{2B2E0BFA-9359-4BCE-8393-AB62A40700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152650"/>
            <a:ext cx="5334000" cy="3943350"/>
          </a:xfrm>
          <a:prstGeom xmlns:a="http://schemas.openxmlformats.org/drawingml/2006/main" prst="roundRect">
            <a:avLst>
              <a:gd name="adj" fmla="val 1932"/>
            </a:avLst>
          </a:prstGeom>
          <a:solidFill xmlns:a="http://schemas.openxmlformats.org/drawingml/2006/main">
            <a:schemeClr val="lt2"/>
          </a:solidFill>
          <a:ln xmlns:a="http://schemas.openxmlformats.org/drawingml/2006/main" w="0">
            <a:noFill/>
          </a:ln>
        </p:spPr>
      </p:sp>
      <p:sp>
        <p:nvSpPr>
          <p:cNvPr id="8" name="design:7">
            <a:extLst xmlns:a="http://schemas.openxmlformats.org/drawingml/2006/main">
              <a:ext uri="{FF2B5EF4-FFF2-40B4-BE49-F238E27FC236}">
                <a16:creationId xmlns:a16="http://schemas.microsoft.com/office/drawing/2014/main" id="{8BEDB50A-759B-431D-9D9E-2FFE41C145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152650"/>
            <a:ext cx="5334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2"/>
          </a:solidFill>
          <a:ln xmlns:a="http://schemas.openxmlformats.org/drawingml/2006/main" w="0">
            <a:noFill/>
          </a:ln>
        </p:spPr>
      </p:sp>
      <p:sp>
        <p:nvSpPr>
          <p:cNvPr id="9" name="field:items.1.label">
            <a:extLst xmlns:a="http://schemas.openxmlformats.org/drawingml/2006/main">
              <a:ext uri="{FF2B5EF4-FFF2-40B4-BE49-F238E27FC236}">
                <a16:creationId xmlns:a16="http://schemas.microsoft.com/office/drawing/2014/main" id="{C10A5DA4-2B21-45A8-BA7D-C0300AC6940A}"/>
              </a:ext>
            </a:extLst>
          </p:cNvPr>
          <p:cNvSpPr>
            <a:spLocks xmlns:a="http://schemas.openxmlformats.org/drawingml/2006/main" noGrp="1"/>
          </p:cNvSpPr>
          <p:nvPr>
            <p:ph type="body" idx="4"/>
          </p:nvPr>
        </p:nvSpPr>
        <p:spPr>
          <a:xfrm xmlns:a="http://schemas.openxmlformats.org/drawingml/2006/main">
            <a:off x="6553200" y="2571750"/>
            <a:ext cx="47244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100" b="1" i="0">
                <a:solidFill>
                  <a:schemeClr val="dk2"/>
                </a:solidFill>
                <a:latin typeface="Arial"/>
                <a:ea typeface="Arial"/>
                <a:cs typeface="Arial"/>
              </a:defRPr>
            </a:defPPr>
            <a:lvl1pPr algn="l">
              <a:defRPr sz="2100" b="1" i="0">
                <a:solidFill>
                  <a:schemeClr val="dk2"/>
                </a:solidFill>
                <a:latin typeface="Arial"/>
                <a:ea typeface="Arial"/>
                <a:cs typeface="Arial"/>
              </a:defRPr>
            </a:lvl1pPr>
            <a:lvl2pPr algn="l">
              <a:defRPr sz="2100" b="1" i="0">
                <a:solidFill>
                  <a:schemeClr val="dk2"/>
                </a:solidFill>
                <a:latin typeface="Arial"/>
                <a:ea typeface="Arial"/>
                <a:cs typeface="Arial"/>
              </a:defRPr>
            </a:lvl2pPr>
            <a:lvl3pPr algn="l">
              <a:defRPr sz="2100" b="1" i="0">
                <a:solidFill>
                  <a:schemeClr val="dk2"/>
                </a:solidFill>
                <a:latin typeface="Arial"/>
                <a:ea typeface="Arial"/>
                <a:cs typeface="Arial"/>
              </a:defRPr>
            </a:lvl3pPr>
            <a:lvl4pPr algn="l">
              <a:defRPr sz="2100" b="1" i="0">
                <a:solidFill>
                  <a:schemeClr val="dk2"/>
                </a:solidFill>
                <a:latin typeface="Arial"/>
                <a:ea typeface="Arial"/>
                <a:cs typeface="Arial"/>
              </a:defRPr>
            </a:lvl4pPr>
            <a:lvl5pPr algn="l">
              <a:defRPr sz="2100" b="1" i="0">
                <a:solidFill>
                  <a:schemeClr val="dk2"/>
                </a:solidFill>
                <a:latin typeface="Arial"/>
                <a:ea typeface="Arial"/>
                <a:cs typeface="Arial"/>
              </a:defRPr>
            </a:lvl5pPr>
            <a:lvl6pPr algn="l">
              <a:defRPr sz="2100" b="1" i="0">
                <a:solidFill>
                  <a:schemeClr val="dk2"/>
                </a:solidFill>
                <a:latin typeface="Arial"/>
                <a:ea typeface="Arial"/>
                <a:cs typeface="Arial"/>
              </a:defRPr>
            </a:lvl6pPr>
            <a:lvl7pPr algn="l">
              <a:defRPr sz="2100" b="1" i="0">
                <a:solidFill>
                  <a:schemeClr val="dk2"/>
                </a:solidFill>
                <a:latin typeface="Arial"/>
                <a:ea typeface="Arial"/>
                <a:cs typeface="Arial"/>
              </a:defRPr>
            </a:lvl7pPr>
            <a:lvl8pPr algn="l">
              <a:defRPr sz="2100" b="1" i="0">
                <a:solidFill>
                  <a:schemeClr val="dk2"/>
                </a:solidFill>
                <a:latin typeface="Arial"/>
                <a:ea typeface="Arial"/>
                <a:cs typeface="Arial"/>
              </a:defRPr>
            </a:lvl8pPr>
            <a:lvl9pPr algn="l">
              <a:defRPr sz="2100" b="1" i="0">
                <a:solidFill>
                  <a:schemeClr val="dk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20000"/>
              </a:lnSpc>
              <a:buNone/>
              <a:defRPr sz="2100" b="1" i="0">
                <a:solidFill>
                  <a:schemeClr val="dk2"/>
                </a:solidFill>
                <a:latin typeface="Arial"/>
                <a:ea typeface="Arial"/>
                <a:cs typeface="Arial"/>
              </a:defRPr>
            </a:pPr>
            <a:r>
              <a:rPr sz="2100" b="1" i="0">
                <a:solidFill>
                  <a:schemeClr val="dk2"/>
                </a:solidFill>
                <a:latin typeface="Arial"/>
                <a:ea typeface="Arial"/>
                <a:cs typeface="Arial"/>
              </a:rPr>
              <a:t>Item 2</a:t>
            </a:r>
          </a:p>
        </p:txBody>
      </p:sp>
      <p:sp>
        <p:nvSpPr>
          <p:cNvPr id="10" name="field:items.1.text">
            <a:extLst xmlns:a="http://schemas.openxmlformats.org/drawingml/2006/main">
              <a:ext uri="{FF2B5EF4-FFF2-40B4-BE49-F238E27FC236}">
                <a16:creationId xmlns:a16="http://schemas.microsoft.com/office/drawing/2014/main" id="{BC46958E-078C-4E09-94E7-F40C8A9BA9A3}"/>
              </a:ext>
            </a:extLst>
          </p:cNvPr>
          <p:cNvSpPr>
            <a:spLocks xmlns:a="http://schemas.openxmlformats.org/drawingml/2006/main" noGrp="1"/>
          </p:cNvSpPr>
          <p:nvPr>
            <p:ph type="body" idx="5"/>
          </p:nvPr>
        </p:nvSpPr>
        <p:spPr>
          <a:xfrm xmlns:a="http://schemas.openxmlformats.org/drawingml/2006/main">
            <a:off x="6553200" y="3371850"/>
            <a:ext cx="4724400" cy="2247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800" b="0" i="0">
                <a:solidFill>
                  <a:schemeClr val="dk2"/>
                </a:solidFill>
                <a:latin typeface="Arial"/>
                <a:ea typeface="Arial"/>
                <a:cs typeface="Arial"/>
              </a:defRPr>
            </a:defPPr>
            <a:lvl1pPr algn="l">
              <a:defRPr sz="1800" b="0" i="0">
                <a:solidFill>
                  <a:schemeClr val="dk2"/>
                </a:solidFill>
                <a:latin typeface="Arial"/>
                <a:ea typeface="Arial"/>
                <a:cs typeface="Arial"/>
              </a:defRPr>
            </a:lvl1pPr>
            <a:lvl2pPr algn="l">
              <a:defRPr sz="1800" b="0" i="0">
                <a:solidFill>
                  <a:schemeClr val="dk2"/>
                </a:solidFill>
                <a:latin typeface="Arial"/>
                <a:ea typeface="Arial"/>
                <a:cs typeface="Arial"/>
              </a:defRPr>
            </a:lvl2pPr>
            <a:lvl3pPr algn="l">
              <a:defRPr sz="1800" b="0" i="0">
                <a:solidFill>
                  <a:schemeClr val="dk2"/>
                </a:solidFill>
                <a:latin typeface="Arial"/>
                <a:ea typeface="Arial"/>
                <a:cs typeface="Arial"/>
              </a:defRPr>
            </a:lvl3pPr>
            <a:lvl4pPr algn="l">
              <a:defRPr sz="1800" b="0" i="0">
                <a:solidFill>
                  <a:schemeClr val="dk2"/>
                </a:solidFill>
                <a:latin typeface="Arial"/>
                <a:ea typeface="Arial"/>
                <a:cs typeface="Arial"/>
              </a:defRPr>
            </a:lvl4pPr>
            <a:lvl5pPr algn="l">
              <a:defRPr sz="1800" b="0" i="0">
                <a:solidFill>
                  <a:schemeClr val="dk2"/>
                </a:solidFill>
                <a:latin typeface="Arial"/>
                <a:ea typeface="Arial"/>
                <a:cs typeface="Arial"/>
              </a:defRPr>
            </a:lvl5pPr>
            <a:lvl6pPr algn="l">
              <a:defRPr sz="1800" b="0" i="0">
                <a:solidFill>
                  <a:schemeClr val="dk2"/>
                </a:solidFill>
                <a:latin typeface="Arial"/>
                <a:ea typeface="Arial"/>
                <a:cs typeface="Arial"/>
              </a:defRPr>
            </a:lvl6pPr>
            <a:lvl7pPr algn="l">
              <a:defRPr sz="1800" b="0" i="0">
                <a:solidFill>
                  <a:schemeClr val="dk2"/>
                </a:solidFill>
                <a:latin typeface="Arial"/>
                <a:ea typeface="Arial"/>
                <a:cs typeface="Arial"/>
              </a:defRPr>
            </a:lvl7pPr>
            <a:lvl8pPr algn="l">
              <a:defRPr sz="1800" b="0" i="0">
                <a:solidFill>
                  <a:schemeClr val="dk2"/>
                </a:solidFill>
                <a:latin typeface="Arial"/>
                <a:ea typeface="Arial"/>
                <a:cs typeface="Arial"/>
              </a:defRPr>
            </a:lvl8pPr>
            <a:lvl9pPr algn="l">
              <a:defRPr sz="1800" b="0" i="0">
                <a:solidFill>
                  <a:schemeClr val="dk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20000"/>
              </a:lnSpc>
              <a:buNone/>
              <a:defRPr sz="1800" b="0" i="0">
                <a:solidFill>
                  <a:schemeClr val="dk2"/>
                </a:solidFill>
                <a:latin typeface="Arial"/>
                <a:ea typeface="Arial"/>
                <a:cs typeface="Arial"/>
              </a:defRPr>
            </a:pPr>
            <a:r>
              <a:rPr sz="1800" b="0" i="0">
                <a:solidFill>
                  <a:schemeClr val="dk2"/>
                </a:solidFill>
                <a:latin typeface="Arial"/>
                <a:ea typeface="Arial"/>
                <a:cs typeface="Arial"/>
              </a:rPr>
              <a:t>Supporting detail</a:t>
            </a:r>
          </a:p>
        </p:txBody>
      </p:sp>
    </p:spTree>
  </p:cSld>
  <p:clrMapOvr>
    <a:masterClrMapping/>
  </p:clrMapOvr>
</p:sldLayout>
</file>

<file path=ppt/slideLayouts/slideLayoutPresenton5.xml><?xml version="1.0" encoding="utf-8"?>
<p:sldLayout xmlns:p="http://schemas.openxmlformats.org/presentationml/2006/main" xmlns:a="http://schemas.openxmlformats.org/drawingml/2006/main" xmlns:r="http://schemas.openxmlformats.org/officeDocument/2006/relationships" type="cust" preserve="1">
  <p:cSld name="three-cards">
    <p:spTree>
      <p:nvGrpSpPr>
        <p:cNvPr id="1" name=""/>
        <p:cNvGrpSpPr/>
        <p:nvPr/>
      </p:nvGrpSpPr>
      <p:grpSpPr/>
      <p:sp>
        <p:nvSpPr>
          <p:cNvPr id="18" name="field:kicker">
            <a:extLst xmlns:a="http://schemas.openxmlformats.org/drawingml/2006/main">
              <a:ext uri="{FF2B5EF4-FFF2-40B4-BE49-F238E27FC236}">
                <a16:creationId xmlns:a16="http://schemas.microsoft.com/office/drawing/2014/main" id="{17A9A6CB-5FFF-4C01-B30C-753BD37CA9E3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09600" y="323850"/>
            <a:ext cx="1047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500" b="1" i="0">
                <a:solidFill>
                  <a:schemeClr val="accent1"/>
                </a:solidFill>
                <a:latin typeface="Arial"/>
                <a:ea typeface="Arial"/>
                <a:cs typeface="Arial"/>
              </a:defRPr>
            </a:defPPr>
            <a:lvl1pPr algn="l">
              <a:defRPr sz="1500" b="1" i="0">
                <a:solidFill>
                  <a:schemeClr val="accent1"/>
                </a:solidFill>
                <a:latin typeface="Arial"/>
                <a:ea typeface="Arial"/>
                <a:cs typeface="Arial"/>
              </a:defRPr>
            </a:lvl1pPr>
            <a:lvl2pPr algn="l">
              <a:defRPr sz="1500" b="1" i="0">
                <a:solidFill>
                  <a:schemeClr val="accent1"/>
                </a:solidFill>
                <a:latin typeface="Arial"/>
                <a:ea typeface="Arial"/>
                <a:cs typeface="Arial"/>
              </a:defRPr>
            </a:lvl2pPr>
            <a:lvl3pPr algn="l">
              <a:defRPr sz="1500" b="1" i="0">
                <a:solidFill>
                  <a:schemeClr val="accent1"/>
                </a:solidFill>
                <a:latin typeface="Arial"/>
                <a:ea typeface="Arial"/>
                <a:cs typeface="Arial"/>
              </a:defRPr>
            </a:lvl3pPr>
            <a:lvl4pPr algn="l">
              <a:defRPr sz="1500" b="1" i="0">
                <a:solidFill>
                  <a:schemeClr val="accent1"/>
                </a:solidFill>
                <a:latin typeface="Arial"/>
                <a:ea typeface="Arial"/>
                <a:cs typeface="Arial"/>
              </a:defRPr>
            </a:lvl4pPr>
            <a:lvl5pPr algn="l">
              <a:defRPr sz="1500" b="1" i="0">
                <a:solidFill>
                  <a:schemeClr val="accent1"/>
                </a:solidFill>
                <a:latin typeface="Arial"/>
                <a:ea typeface="Arial"/>
                <a:cs typeface="Arial"/>
              </a:defRPr>
            </a:lvl5pPr>
            <a:lvl6pPr algn="l">
              <a:defRPr sz="1500" b="1" i="0">
                <a:solidFill>
                  <a:schemeClr val="accent1"/>
                </a:solidFill>
                <a:latin typeface="Arial"/>
                <a:ea typeface="Arial"/>
                <a:cs typeface="Arial"/>
              </a:defRPr>
            </a:lvl6pPr>
            <a:lvl7pPr algn="l">
              <a:defRPr sz="1500" b="1" i="0">
                <a:solidFill>
                  <a:schemeClr val="accent1"/>
                </a:solidFill>
                <a:latin typeface="Arial"/>
                <a:ea typeface="Arial"/>
                <a:cs typeface="Arial"/>
              </a:defRPr>
            </a:lvl7pPr>
            <a:lvl8pPr algn="l">
              <a:defRPr sz="1500" b="1" i="0">
                <a:solidFill>
                  <a:schemeClr val="accent1"/>
                </a:solidFill>
                <a:latin typeface="Arial"/>
                <a:ea typeface="Arial"/>
                <a:cs typeface="Arial"/>
              </a:defRPr>
            </a:lvl8pPr>
            <a:lvl9pPr algn="l">
              <a:defRPr sz="1500" b="1" i="0">
                <a:solidFill>
                  <a:schemeClr val="accent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20000"/>
              </a:lnSpc>
              <a:buNone/>
              <a:defRPr sz="1500" b="1" i="0">
                <a:solidFill>
                  <a:schemeClr val="accent1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chemeClr val="accent1"/>
                </a:solidFill>
                <a:latin typeface="Arial"/>
                <a:ea typeface="Arial"/>
                <a:cs typeface="Arial"/>
              </a:rPr>
              <a:t>SECTION</a:t>
            </a:r>
          </a:p>
        </p:txBody>
      </p:sp>
      <p:sp>
        <p:nvSpPr>
          <p:cNvPr id="2" name="field:title">
            <a:extLst xmlns:a="http://schemas.openxmlformats.org/drawingml/2006/main">
              <a:ext uri="{FF2B5EF4-FFF2-40B4-BE49-F238E27FC236}">
                <a16:creationId xmlns:a16="http://schemas.microsoft.com/office/drawing/2014/main" id="{ED3EB6B2-7791-477C-80B9-A9D4073C9FA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09600" y="819150"/>
            <a:ext cx="109728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3300" b="1" i="0">
                <a:solidFill>
                  <a:schemeClr val="dk2"/>
                </a:solidFill>
                <a:latin typeface="Arial"/>
                <a:ea typeface="Arial"/>
                <a:cs typeface="Arial"/>
              </a:defRPr>
            </a:defPPr>
            <a:lvl1pPr algn="l">
              <a:defRPr sz="3300" b="1" i="0">
                <a:solidFill>
                  <a:schemeClr val="dk2"/>
                </a:solidFill>
                <a:latin typeface="Arial"/>
                <a:ea typeface="Arial"/>
                <a:cs typeface="Arial"/>
              </a:defRPr>
            </a:lvl1pPr>
            <a:lvl2pPr algn="l">
              <a:defRPr sz="3300" b="1" i="0">
                <a:solidFill>
                  <a:schemeClr val="dk2"/>
                </a:solidFill>
                <a:latin typeface="Arial"/>
                <a:ea typeface="Arial"/>
                <a:cs typeface="Arial"/>
              </a:defRPr>
            </a:lvl2pPr>
            <a:lvl3pPr algn="l">
              <a:defRPr sz="3300" b="1" i="0">
                <a:solidFill>
                  <a:schemeClr val="dk2"/>
                </a:solidFill>
                <a:latin typeface="Arial"/>
                <a:ea typeface="Arial"/>
                <a:cs typeface="Arial"/>
              </a:defRPr>
            </a:lvl3pPr>
            <a:lvl4pPr algn="l">
              <a:defRPr sz="3300" b="1" i="0">
                <a:solidFill>
                  <a:schemeClr val="dk2"/>
                </a:solidFill>
                <a:latin typeface="Arial"/>
                <a:ea typeface="Arial"/>
                <a:cs typeface="Arial"/>
              </a:defRPr>
            </a:lvl4pPr>
            <a:lvl5pPr algn="l">
              <a:defRPr sz="3300" b="1" i="0">
                <a:solidFill>
                  <a:schemeClr val="dk2"/>
                </a:solidFill>
                <a:latin typeface="Arial"/>
                <a:ea typeface="Arial"/>
                <a:cs typeface="Arial"/>
              </a:defRPr>
            </a:lvl5pPr>
            <a:lvl6pPr algn="l">
              <a:defRPr sz="3300" b="1" i="0">
                <a:solidFill>
                  <a:schemeClr val="dk2"/>
                </a:solidFill>
                <a:latin typeface="Arial"/>
                <a:ea typeface="Arial"/>
                <a:cs typeface="Arial"/>
              </a:defRPr>
            </a:lvl6pPr>
            <a:lvl7pPr algn="l">
              <a:defRPr sz="3300" b="1" i="0">
                <a:solidFill>
                  <a:schemeClr val="dk2"/>
                </a:solidFill>
                <a:latin typeface="Arial"/>
                <a:ea typeface="Arial"/>
                <a:cs typeface="Arial"/>
              </a:defRPr>
            </a:lvl7pPr>
            <a:lvl8pPr algn="l">
              <a:defRPr sz="3300" b="1" i="0">
                <a:solidFill>
                  <a:schemeClr val="dk2"/>
                </a:solidFill>
                <a:latin typeface="Arial"/>
                <a:ea typeface="Arial"/>
                <a:cs typeface="Arial"/>
              </a:defRPr>
            </a:lvl8pPr>
            <a:lvl9pPr algn="l">
              <a:defRPr sz="3300" b="1" i="0">
                <a:solidFill>
                  <a:schemeClr val="dk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20000"/>
              </a:lnSpc>
              <a:buNone/>
              <a:defRPr sz="3300" b="1" i="0">
                <a:solidFill>
                  <a:schemeClr val="dk2"/>
                </a:solidFill>
                <a:latin typeface="Arial"/>
                <a:ea typeface="Arial"/>
                <a:cs typeface="Arial"/>
              </a:defRPr>
            </a:pPr>
            <a:r>
              <a:rPr sz="3300" b="1" i="0">
                <a:solidFill>
                  <a:schemeClr val="dk2"/>
                </a:solidFill>
                <a:latin typeface="Arial"/>
                <a:ea typeface="Arial"/>
                <a:cs typeface="Arial"/>
              </a:rPr>
              <a:t>Three ideas</a:t>
            </a:r>
          </a:p>
        </p:txBody>
      </p:sp>
      <p:sp>
        <p:nvSpPr>
          <p:cNvPr id="3" name="design:2">
            <a:extLst xmlns:a="http://schemas.openxmlformats.org/drawingml/2006/main">
              <a:ext uri="{FF2B5EF4-FFF2-40B4-BE49-F238E27FC236}">
                <a16:creationId xmlns:a16="http://schemas.microsoft.com/office/drawing/2014/main" id="{3BC9CDAE-A55B-4B02-B10C-1F9363C88C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90750"/>
            <a:ext cx="3467100" cy="3905250"/>
          </a:xfrm>
          <a:prstGeom xmlns:a="http://schemas.openxmlformats.org/drawingml/2006/main" prst="roundRect">
            <a:avLst>
              <a:gd name="adj" fmla="val 2198"/>
            </a:avLst>
          </a:prstGeom>
          <a:solidFill xmlns:a="http://schemas.openxmlformats.org/drawingml/2006/main">
            <a:schemeClr val="lt2"/>
          </a:solidFill>
          <a:ln xmlns:a="http://schemas.openxmlformats.org/drawingml/2006/main" w="0">
            <a:noFill/>
          </a:ln>
        </p:spPr>
      </p:sp>
      <p:sp>
        <p:nvSpPr>
          <p:cNvPr id="4" name="design:3">
            <a:extLst xmlns:a="http://schemas.openxmlformats.org/drawingml/2006/main">
              <a:ext uri="{FF2B5EF4-FFF2-40B4-BE49-F238E27FC236}">
                <a16:creationId xmlns:a16="http://schemas.microsoft.com/office/drawing/2014/main" id="{176FB884-049E-439F-9E01-35075CB9EA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419350"/>
            <a:ext cx="590550" cy="590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 w="0">
            <a:noFill/>
          </a:ln>
        </p:spPr>
      </p:sp>
      <p:sp>
        <p:nvSpPr>
          <p:cNvPr id="5" name="design:4">
            <a:extLst xmlns:a="http://schemas.openxmlformats.org/drawingml/2006/main">
              <a:ext uri="{FF2B5EF4-FFF2-40B4-BE49-F238E27FC236}">
                <a16:creationId xmlns:a16="http://schemas.microsoft.com/office/drawing/2014/main" id="{F95AC60A-0F10-4D9B-86BC-E4CBF063A8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533650"/>
            <a:ext cx="266700" cy="3467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100" b="1" i="0">
                <a:solidFill>
                  <a:schemeClr val="lt1"/>
                </a:solidFill>
                <a:latin typeface="Arial"/>
                <a:ea typeface="Arial"/>
                <a:cs typeface="Arial"/>
              </a:defRPr>
            </a:defPPr>
            <a:lvl1pPr algn="l">
              <a:defRPr sz="2100" b="1" i="0">
                <a:solidFill>
                  <a:schemeClr val="lt1"/>
                </a:solidFill>
                <a:latin typeface="Arial"/>
                <a:ea typeface="Arial"/>
                <a:cs typeface="Arial"/>
              </a:defRPr>
            </a:lvl1pPr>
            <a:lvl2pPr algn="l">
              <a:defRPr sz="2100" b="1" i="0">
                <a:solidFill>
                  <a:schemeClr val="lt1"/>
                </a:solidFill>
                <a:latin typeface="Arial"/>
                <a:ea typeface="Arial"/>
                <a:cs typeface="Arial"/>
              </a:defRPr>
            </a:lvl2pPr>
            <a:lvl3pPr algn="l">
              <a:defRPr sz="2100" b="1" i="0">
                <a:solidFill>
                  <a:schemeClr val="lt1"/>
                </a:solidFill>
                <a:latin typeface="Arial"/>
                <a:ea typeface="Arial"/>
                <a:cs typeface="Arial"/>
              </a:defRPr>
            </a:lvl3pPr>
            <a:lvl4pPr algn="l">
              <a:defRPr sz="2100" b="1" i="0">
                <a:solidFill>
                  <a:schemeClr val="lt1"/>
                </a:solidFill>
                <a:latin typeface="Arial"/>
                <a:ea typeface="Arial"/>
                <a:cs typeface="Arial"/>
              </a:defRPr>
            </a:lvl4pPr>
            <a:lvl5pPr algn="l">
              <a:defRPr sz="2100" b="1" i="0">
                <a:solidFill>
                  <a:schemeClr val="lt1"/>
                </a:solidFill>
                <a:latin typeface="Arial"/>
                <a:ea typeface="Arial"/>
                <a:cs typeface="Arial"/>
              </a:defRPr>
            </a:lvl5pPr>
            <a:lvl6pPr algn="l">
              <a:defRPr sz="2100" b="1" i="0">
                <a:solidFill>
                  <a:schemeClr val="lt1"/>
                </a:solidFill>
                <a:latin typeface="Arial"/>
                <a:ea typeface="Arial"/>
                <a:cs typeface="Arial"/>
              </a:defRPr>
            </a:lvl6pPr>
            <a:lvl7pPr algn="l">
              <a:defRPr sz="2100" b="1" i="0">
                <a:solidFill>
                  <a:schemeClr val="lt1"/>
                </a:solidFill>
                <a:latin typeface="Arial"/>
                <a:ea typeface="Arial"/>
                <a:cs typeface="Arial"/>
              </a:defRPr>
            </a:lvl7pPr>
            <a:lvl8pPr algn="l">
              <a:defRPr sz="2100" b="1" i="0">
                <a:solidFill>
                  <a:schemeClr val="lt1"/>
                </a:solidFill>
                <a:latin typeface="Arial"/>
                <a:ea typeface="Arial"/>
                <a:cs typeface="Arial"/>
              </a:defRPr>
            </a:lvl8pPr>
            <a:lvl9pPr algn="l">
              <a:defRPr sz="2100" b="1" i="0">
                <a:solidFill>
                  <a:schemeClr val="lt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20000"/>
              </a:lnSpc>
              <a:defRPr sz="2100" b="1" i="0">
                <a:solidFill>
                  <a:schemeClr val="lt1"/>
                </a:solidFill>
                <a:latin typeface="Arial"/>
                <a:ea typeface="Arial"/>
                <a:cs typeface="Arial"/>
              </a:defRPr>
            </a:pPr>
            <a:r>
              <a:rPr sz="2100" b="1" i="0">
                <a:solidFill>
                  <a:schemeClr val="lt1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6" name="field:items.0.label">
            <a:extLst xmlns:a="http://schemas.openxmlformats.org/drawingml/2006/main">
              <a:ext uri="{FF2B5EF4-FFF2-40B4-BE49-F238E27FC236}">
                <a16:creationId xmlns:a16="http://schemas.microsoft.com/office/drawing/2014/main" id="{97F6C3B6-08DE-41FB-965B-BEE6BEEF2DF5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38200" y="3276600"/>
            <a:ext cx="30099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100" b="1" i="0">
                <a:solidFill>
                  <a:schemeClr val="dk2"/>
                </a:solidFill>
                <a:latin typeface="Arial"/>
                <a:ea typeface="Arial"/>
                <a:cs typeface="Arial"/>
              </a:defRPr>
            </a:defPPr>
            <a:lvl1pPr algn="l">
              <a:defRPr sz="2100" b="1" i="0">
                <a:solidFill>
                  <a:schemeClr val="dk2"/>
                </a:solidFill>
                <a:latin typeface="Arial"/>
                <a:ea typeface="Arial"/>
                <a:cs typeface="Arial"/>
              </a:defRPr>
            </a:lvl1pPr>
            <a:lvl2pPr algn="l">
              <a:defRPr sz="2100" b="1" i="0">
                <a:solidFill>
                  <a:schemeClr val="dk2"/>
                </a:solidFill>
                <a:latin typeface="Arial"/>
                <a:ea typeface="Arial"/>
                <a:cs typeface="Arial"/>
              </a:defRPr>
            </a:lvl2pPr>
            <a:lvl3pPr algn="l">
              <a:defRPr sz="2100" b="1" i="0">
                <a:solidFill>
                  <a:schemeClr val="dk2"/>
                </a:solidFill>
                <a:latin typeface="Arial"/>
                <a:ea typeface="Arial"/>
                <a:cs typeface="Arial"/>
              </a:defRPr>
            </a:lvl3pPr>
            <a:lvl4pPr algn="l">
              <a:defRPr sz="2100" b="1" i="0">
                <a:solidFill>
                  <a:schemeClr val="dk2"/>
                </a:solidFill>
                <a:latin typeface="Arial"/>
                <a:ea typeface="Arial"/>
                <a:cs typeface="Arial"/>
              </a:defRPr>
            </a:lvl4pPr>
            <a:lvl5pPr algn="l">
              <a:defRPr sz="2100" b="1" i="0">
                <a:solidFill>
                  <a:schemeClr val="dk2"/>
                </a:solidFill>
                <a:latin typeface="Arial"/>
                <a:ea typeface="Arial"/>
                <a:cs typeface="Arial"/>
              </a:defRPr>
            </a:lvl5pPr>
            <a:lvl6pPr algn="l">
              <a:defRPr sz="2100" b="1" i="0">
                <a:solidFill>
                  <a:schemeClr val="dk2"/>
                </a:solidFill>
                <a:latin typeface="Arial"/>
                <a:ea typeface="Arial"/>
                <a:cs typeface="Arial"/>
              </a:defRPr>
            </a:lvl6pPr>
            <a:lvl7pPr algn="l">
              <a:defRPr sz="2100" b="1" i="0">
                <a:solidFill>
                  <a:schemeClr val="dk2"/>
                </a:solidFill>
                <a:latin typeface="Arial"/>
                <a:ea typeface="Arial"/>
                <a:cs typeface="Arial"/>
              </a:defRPr>
            </a:lvl7pPr>
            <a:lvl8pPr algn="l">
              <a:defRPr sz="2100" b="1" i="0">
                <a:solidFill>
                  <a:schemeClr val="dk2"/>
                </a:solidFill>
                <a:latin typeface="Arial"/>
                <a:ea typeface="Arial"/>
                <a:cs typeface="Arial"/>
              </a:defRPr>
            </a:lvl8pPr>
            <a:lvl9pPr algn="l">
              <a:defRPr sz="2100" b="1" i="0">
                <a:solidFill>
                  <a:schemeClr val="dk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20000"/>
              </a:lnSpc>
              <a:buNone/>
              <a:defRPr sz="2100" b="1" i="0">
                <a:solidFill>
                  <a:schemeClr val="dk2"/>
                </a:solidFill>
                <a:latin typeface="Arial"/>
                <a:ea typeface="Arial"/>
                <a:cs typeface="Arial"/>
              </a:defRPr>
            </a:pPr>
            <a:r>
              <a:rPr sz="2100" b="1" i="0">
                <a:solidFill>
                  <a:schemeClr val="dk2"/>
                </a:solidFill>
                <a:latin typeface="Arial"/>
                <a:ea typeface="Arial"/>
                <a:cs typeface="Arial"/>
              </a:rPr>
              <a:t>Item 1</a:t>
            </a:r>
          </a:p>
        </p:txBody>
      </p:sp>
      <p:sp>
        <p:nvSpPr>
          <p:cNvPr id="7" name="field:items.0.text">
            <a:extLst xmlns:a="http://schemas.openxmlformats.org/drawingml/2006/main">
              <a:ext uri="{FF2B5EF4-FFF2-40B4-BE49-F238E27FC236}">
                <a16:creationId xmlns:a16="http://schemas.microsoft.com/office/drawing/2014/main" id="{E8048D59-7D00-4980-9CBF-1896D6E2B10C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838200" y="4076700"/>
            <a:ext cx="30099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800" b="0" i="0">
                <a:solidFill>
                  <a:schemeClr val="dk2"/>
                </a:solidFill>
                <a:latin typeface="Arial"/>
                <a:ea typeface="Arial"/>
                <a:cs typeface="Arial"/>
              </a:defRPr>
            </a:defPPr>
            <a:lvl1pPr algn="l">
              <a:defRPr sz="1800" b="0" i="0">
                <a:solidFill>
                  <a:schemeClr val="dk2"/>
                </a:solidFill>
                <a:latin typeface="Arial"/>
                <a:ea typeface="Arial"/>
                <a:cs typeface="Arial"/>
              </a:defRPr>
            </a:lvl1pPr>
            <a:lvl2pPr algn="l">
              <a:defRPr sz="1800" b="0" i="0">
                <a:solidFill>
                  <a:schemeClr val="dk2"/>
                </a:solidFill>
                <a:latin typeface="Arial"/>
                <a:ea typeface="Arial"/>
                <a:cs typeface="Arial"/>
              </a:defRPr>
            </a:lvl2pPr>
            <a:lvl3pPr algn="l">
              <a:defRPr sz="1800" b="0" i="0">
                <a:solidFill>
                  <a:schemeClr val="dk2"/>
                </a:solidFill>
                <a:latin typeface="Arial"/>
                <a:ea typeface="Arial"/>
                <a:cs typeface="Arial"/>
              </a:defRPr>
            </a:lvl3pPr>
            <a:lvl4pPr algn="l">
              <a:defRPr sz="1800" b="0" i="0">
                <a:solidFill>
                  <a:schemeClr val="dk2"/>
                </a:solidFill>
                <a:latin typeface="Arial"/>
                <a:ea typeface="Arial"/>
                <a:cs typeface="Arial"/>
              </a:defRPr>
            </a:lvl4pPr>
            <a:lvl5pPr algn="l">
              <a:defRPr sz="1800" b="0" i="0">
                <a:solidFill>
                  <a:schemeClr val="dk2"/>
                </a:solidFill>
                <a:latin typeface="Arial"/>
                <a:ea typeface="Arial"/>
                <a:cs typeface="Arial"/>
              </a:defRPr>
            </a:lvl5pPr>
            <a:lvl6pPr algn="l">
              <a:defRPr sz="1800" b="0" i="0">
                <a:solidFill>
                  <a:schemeClr val="dk2"/>
                </a:solidFill>
                <a:latin typeface="Arial"/>
                <a:ea typeface="Arial"/>
                <a:cs typeface="Arial"/>
              </a:defRPr>
            </a:lvl6pPr>
            <a:lvl7pPr algn="l">
              <a:defRPr sz="1800" b="0" i="0">
                <a:solidFill>
                  <a:schemeClr val="dk2"/>
                </a:solidFill>
                <a:latin typeface="Arial"/>
                <a:ea typeface="Arial"/>
                <a:cs typeface="Arial"/>
              </a:defRPr>
            </a:lvl7pPr>
            <a:lvl8pPr algn="l">
              <a:defRPr sz="1800" b="0" i="0">
                <a:solidFill>
                  <a:schemeClr val="dk2"/>
                </a:solidFill>
                <a:latin typeface="Arial"/>
                <a:ea typeface="Arial"/>
                <a:cs typeface="Arial"/>
              </a:defRPr>
            </a:lvl8pPr>
            <a:lvl9pPr algn="l">
              <a:defRPr sz="1800" b="0" i="0">
                <a:solidFill>
                  <a:schemeClr val="dk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20000"/>
              </a:lnSpc>
              <a:buNone/>
              <a:defRPr sz="1800" b="0" i="0">
                <a:solidFill>
                  <a:schemeClr val="dk2"/>
                </a:solidFill>
                <a:latin typeface="Arial"/>
                <a:ea typeface="Arial"/>
                <a:cs typeface="Arial"/>
              </a:defRPr>
            </a:pPr>
            <a:r>
              <a:rPr sz="1800" b="0" i="0">
                <a:solidFill>
                  <a:schemeClr val="dk2"/>
                </a:solidFill>
                <a:latin typeface="Arial"/>
                <a:ea typeface="Arial"/>
                <a:cs typeface="Arial"/>
              </a:rPr>
              <a:t>Supporting detail</a:t>
            </a:r>
          </a:p>
        </p:txBody>
      </p:sp>
      <p:sp>
        <p:nvSpPr>
          <p:cNvPr id="8" name="design:7">
            <a:extLst xmlns:a="http://schemas.openxmlformats.org/drawingml/2006/main">
              <a:ext uri="{FF2B5EF4-FFF2-40B4-BE49-F238E27FC236}">
                <a16:creationId xmlns:a16="http://schemas.microsoft.com/office/drawing/2014/main" id="{77BC258F-F91D-4944-8A8A-653A78147E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2190750"/>
            <a:ext cx="3467100" cy="3905250"/>
          </a:xfrm>
          <a:prstGeom xmlns:a="http://schemas.openxmlformats.org/drawingml/2006/main" prst="roundRect">
            <a:avLst>
              <a:gd name="adj" fmla="val 2198"/>
            </a:avLst>
          </a:prstGeom>
          <a:solidFill xmlns:a="http://schemas.openxmlformats.org/drawingml/2006/main">
            <a:schemeClr val="lt2"/>
          </a:solidFill>
          <a:ln xmlns:a="http://schemas.openxmlformats.org/drawingml/2006/main" w="0">
            <a:noFill/>
          </a:ln>
        </p:spPr>
      </p:sp>
      <p:sp>
        <p:nvSpPr>
          <p:cNvPr id="9" name="design:8">
            <a:extLst xmlns:a="http://schemas.openxmlformats.org/drawingml/2006/main">
              <a:ext uri="{FF2B5EF4-FFF2-40B4-BE49-F238E27FC236}">
                <a16:creationId xmlns:a16="http://schemas.microsoft.com/office/drawing/2014/main" id="{EFF4EEB6-C31C-4DCE-9A7D-02D0A68F1F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2419350"/>
            <a:ext cx="590550" cy="590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chemeClr val="accent2"/>
          </a:solidFill>
          <a:ln xmlns:a="http://schemas.openxmlformats.org/drawingml/2006/main" w="0">
            <a:noFill/>
          </a:ln>
        </p:spPr>
      </p:sp>
      <p:sp>
        <p:nvSpPr>
          <p:cNvPr id="10" name="design:9">
            <a:extLst xmlns:a="http://schemas.openxmlformats.org/drawingml/2006/main">
              <a:ext uri="{FF2B5EF4-FFF2-40B4-BE49-F238E27FC236}">
                <a16:creationId xmlns:a16="http://schemas.microsoft.com/office/drawing/2014/main" id="{CC373493-8039-4D62-8AC5-003BC63EF1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533650"/>
            <a:ext cx="266700" cy="3467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100" b="1" i="0">
                <a:solidFill>
                  <a:schemeClr val="dk1"/>
                </a:solidFill>
                <a:latin typeface="Arial"/>
                <a:ea typeface="Arial"/>
                <a:cs typeface="Arial"/>
              </a:defRPr>
            </a:defPPr>
            <a:lvl1pPr algn="l">
              <a:defRPr sz="2100" b="1" i="0">
                <a:solidFill>
                  <a:schemeClr val="dk1"/>
                </a:solidFill>
                <a:latin typeface="Arial"/>
                <a:ea typeface="Arial"/>
                <a:cs typeface="Arial"/>
              </a:defRPr>
            </a:lvl1pPr>
            <a:lvl2pPr algn="l">
              <a:defRPr sz="2100" b="1" i="0">
                <a:solidFill>
                  <a:schemeClr val="dk1"/>
                </a:solidFill>
                <a:latin typeface="Arial"/>
                <a:ea typeface="Arial"/>
                <a:cs typeface="Arial"/>
              </a:defRPr>
            </a:lvl2pPr>
            <a:lvl3pPr algn="l">
              <a:defRPr sz="2100" b="1" i="0">
                <a:solidFill>
                  <a:schemeClr val="dk1"/>
                </a:solidFill>
                <a:latin typeface="Arial"/>
                <a:ea typeface="Arial"/>
                <a:cs typeface="Arial"/>
              </a:defRPr>
            </a:lvl3pPr>
            <a:lvl4pPr algn="l">
              <a:defRPr sz="2100" b="1" i="0">
                <a:solidFill>
                  <a:schemeClr val="dk1"/>
                </a:solidFill>
                <a:latin typeface="Arial"/>
                <a:ea typeface="Arial"/>
                <a:cs typeface="Arial"/>
              </a:defRPr>
            </a:lvl4pPr>
            <a:lvl5pPr algn="l">
              <a:defRPr sz="2100" b="1" i="0">
                <a:solidFill>
                  <a:schemeClr val="dk1"/>
                </a:solidFill>
                <a:latin typeface="Arial"/>
                <a:ea typeface="Arial"/>
                <a:cs typeface="Arial"/>
              </a:defRPr>
            </a:lvl5pPr>
            <a:lvl6pPr algn="l">
              <a:defRPr sz="2100" b="1" i="0">
                <a:solidFill>
                  <a:schemeClr val="dk1"/>
                </a:solidFill>
                <a:latin typeface="Arial"/>
                <a:ea typeface="Arial"/>
                <a:cs typeface="Arial"/>
              </a:defRPr>
            </a:lvl6pPr>
            <a:lvl7pPr algn="l">
              <a:defRPr sz="2100" b="1" i="0">
                <a:solidFill>
                  <a:schemeClr val="dk1"/>
                </a:solidFill>
                <a:latin typeface="Arial"/>
                <a:ea typeface="Arial"/>
                <a:cs typeface="Arial"/>
              </a:defRPr>
            </a:lvl7pPr>
            <a:lvl8pPr algn="l">
              <a:defRPr sz="2100" b="1" i="0">
                <a:solidFill>
                  <a:schemeClr val="dk1"/>
                </a:solidFill>
                <a:latin typeface="Arial"/>
                <a:ea typeface="Arial"/>
                <a:cs typeface="Arial"/>
              </a:defRPr>
            </a:lvl8pPr>
            <a:lvl9pPr algn="l">
              <a:defRPr sz="2100" b="1" i="0">
                <a:solidFill>
                  <a:schemeClr val="dk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20000"/>
              </a:lnSpc>
              <a:defRPr sz="2100" b="1" i="0">
                <a:solidFill>
                  <a:schemeClr val="dk1"/>
                </a:solidFill>
                <a:latin typeface="Arial"/>
                <a:ea typeface="Arial"/>
                <a:cs typeface="Arial"/>
              </a:defRPr>
            </a:pPr>
            <a:r>
              <a:rPr sz="2100" b="1" i="0">
                <a:solidFill>
                  <a:schemeClr val="dk1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1" name="field:items.1.label">
            <a:extLst xmlns:a="http://schemas.openxmlformats.org/drawingml/2006/main">
              <a:ext uri="{FF2B5EF4-FFF2-40B4-BE49-F238E27FC236}">
                <a16:creationId xmlns:a16="http://schemas.microsoft.com/office/drawing/2014/main" id="{A1B2EB7D-BB73-426C-A930-4599DF8B0AA5}"/>
              </a:ext>
            </a:extLst>
          </p:cNvPr>
          <p:cNvSpPr>
            <a:spLocks xmlns:a="http://schemas.openxmlformats.org/drawingml/2006/main" noGrp="1"/>
          </p:cNvSpPr>
          <p:nvPr>
            <p:ph type="body" idx="4"/>
          </p:nvPr>
        </p:nvSpPr>
        <p:spPr>
          <a:xfrm xmlns:a="http://schemas.openxmlformats.org/drawingml/2006/main">
            <a:off x="4591050" y="3276600"/>
            <a:ext cx="30099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100" b="1" i="0">
                <a:solidFill>
                  <a:schemeClr val="dk2"/>
                </a:solidFill>
                <a:latin typeface="Arial"/>
                <a:ea typeface="Arial"/>
                <a:cs typeface="Arial"/>
              </a:defRPr>
            </a:defPPr>
            <a:lvl1pPr algn="l">
              <a:defRPr sz="2100" b="1" i="0">
                <a:solidFill>
                  <a:schemeClr val="dk2"/>
                </a:solidFill>
                <a:latin typeface="Arial"/>
                <a:ea typeface="Arial"/>
                <a:cs typeface="Arial"/>
              </a:defRPr>
            </a:lvl1pPr>
            <a:lvl2pPr algn="l">
              <a:defRPr sz="2100" b="1" i="0">
                <a:solidFill>
                  <a:schemeClr val="dk2"/>
                </a:solidFill>
                <a:latin typeface="Arial"/>
                <a:ea typeface="Arial"/>
                <a:cs typeface="Arial"/>
              </a:defRPr>
            </a:lvl2pPr>
            <a:lvl3pPr algn="l">
              <a:defRPr sz="2100" b="1" i="0">
                <a:solidFill>
                  <a:schemeClr val="dk2"/>
                </a:solidFill>
                <a:latin typeface="Arial"/>
                <a:ea typeface="Arial"/>
                <a:cs typeface="Arial"/>
              </a:defRPr>
            </a:lvl3pPr>
            <a:lvl4pPr algn="l">
              <a:defRPr sz="2100" b="1" i="0">
                <a:solidFill>
                  <a:schemeClr val="dk2"/>
                </a:solidFill>
                <a:latin typeface="Arial"/>
                <a:ea typeface="Arial"/>
                <a:cs typeface="Arial"/>
              </a:defRPr>
            </a:lvl4pPr>
            <a:lvl5pPr algn="l">
              <a:defRPr sz="2100" b="1" i="0">
                <a:solidFill>
                  <a:schemeClr val="dk2"/>
                </a:solidFill>
                <a:latin typeface="Arial"/>
                <a:ea typeface="Arial"/>
                <a:cs typeface="Arial"/>
              </a:defRPr>
            </a:lvl5pPr>
            <a:lvl6pPr algn="l">
              <a:defRPr sz="2100" b="1" i="0">
                <a:solidFill>
                  <a:schemeClr val="dk2"/>
                </a:solidFill>
                <a:latin typeface="Arial"/>
                <a:ea typeface="Arial"/>
                <a:cs typeface="Arial"/>
              </a:defRPr>
            </a:lvl6pPr>
            <a:lvl7pPr algn="l">
              <a:defRPr sz="2100" b="1" i="0">
                <a:solidFill>
                  <a:schemeClr val="dk2"/>
                </a:solidFill>
                <a:latin typeface="Arial"/>
                <a:ea typeface="Arial"/>
                <a:cs typeface="Arial"/>
              </a:defRPr>
            </a:lvl7pPr>
            <a:lvl8pPr algn="l">
              <a:defRPr sz="2100" b="1" i="0">
                <a:solidFill>
                  <a:schemeClr val="dk2"/>
                </a:solidFill>
                <a:latin typeface="Arial"/>
                <a:ea typeface="Arial"/>
                <a:cs typeface="Arial"/>
              </a:defRPr>
            </a:lvl8pPr>
            <a:lvl9pPr algn="l">
              <a:defRPr sz="2100" b="1" i="0">
                <a:solidFill>
                  <a:schemeClr val="dk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20000"/>
              </a:lnSpc>
              <a:buNone/>
              <a:defRPr sz="2100" b="1" i="0">
                <a:solidFill>
                  <a:schemeClr val="dk2"/>
                </a:solidFill>
                <a:latin typeface="Arial"/>
                <a:ea typeface="Arial"/>
                <a:cs typeface="Arial"/>
              </a:defRPr>
            </a:pPr>
            <a:r>
              <a:rPr sz="2100" b="1" i="0">
                <a:solidFill>
                  <a:schemeClr val="dk2"/>
                </a:solidFill>
                <a:latin typeface="Arial"/>
                <a:ea typeface="Arial"/>
                <a:cs typeface="Arial"/>
              </a:rPr>
              <a:t>Item 2</a:t>
            </a:r>
          </a:p>
        </p:txBody>
      </p:sp>
      <p:sp>
        <p:nvSpPr>
          <p:cNvPr id="12" name="field:items.1.text">
            <a:extLst xmlns:a="http://schemas.openxmlformats.org/drawingml/2006/main">
              <a:ext uri="{FF2B5EF4-FFF2-40B4-BE49-F238E27FC236}">
                <a16:creationId xmlns:a16="http://schemas.microsoft.com/office/drawing/2014/main" id="{81D82CA8-7E1E-4BD5-8555-E0A6235014E2}"/>
              </a:ext>
            </a:extLst>
          </p:cNvPr>
          <p:cNvSpPr>
            <a:spLocks xmlns:a="http://schemas.openxmlformats.org/drawingml/2006/main" noGrp="1"/>
          </p:cNvSpPr>
          <p:nvPr>
            <p:ph type="body" idx="5"/>
          </p:nvPr>
        </p:nvSpPr>
        <p:spPr>
          <a:xfrm xmlns:a="http://schemas.openxmlformats.org/drawingml/2006/main">
            <a:off x="4591050" y="4076700"/>
            <a:ext cx="30099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800" b="0" i="0">
                <a:solidFill>
                  <a:schemeClr val="dk2"/>
                </a:solidFill>
                <a:latin typeface="Arial"/>
                <a:ea typeface="Arial"/>
                <a:cs typeface="Arial"/>
              </a:defRPr>
            </a:defPPr>
            <a:lvl1pPr algn="l">
              <a:defRPr sz="1800" b="0" i="0">
                <a:solidFill>
                  <a:schemeClr val="dk2"/>
                </a:solidFill>
                <a:latin typeface="Arial"/>
                <a:ea typeface="Arial"/>
                <a:cs typeface="Arial"/>
              </a:defRPr>
            </a:lvl1pPr>
            <a:lvl2pPr algn="l">
              <a:defRPr sz="1800" b="0" i="0">
                <a:solidFill>
                  <a:schemeClr val="dk2"/>
                </a:solidFill>
                <a:latin typeface="Arial"/>
                <a:ea typeface="Arial"/>
                <a:cs typeface="Arial"/>
              </a:defRPr>
            </a:lvl2pPr>
            <a:lvl3pPr algn="l">
              <a:defRPr sz="1800" b="0" i="0">
                <a:solidFill>
                  <a:schemeClr val="dk2"/>
                </a:solidFill>
                <a:latin typeface="Arial"/>
                <a:ea typeface="Arial"/>
                <a:cs typeface="Arial"/>
              </a:defRPr>
            </a:lvl3pPr>
            <a:lvl4pPr algn="l">
              <a:defRPr sz="1800" b="0" i="0">
                <a:solidFill>
                  <a:schemeClr val="dk2"/>
                </a:solidFill>
                <a:latin typeface="Arial"/>
                <a:ea typeface="Arial"/>
                <a:cs typeface="Arial"/>
              </a:defRPr>
            </a:lvl4pPr>
            <a:lvl5pPr algn="l">
              <a:defRPr sz="1800" b="0" i="0">
                <a:solidFill>
                  <a:schemeClr val="dk2"/>
                </a:solidFill>
                <a:latin typeface="Arial"/>
                <a:ea typeface="Arial"/>
                <a:cs typeface="Arial"/>
              </a:defRPr>
            </a:lvl5pPr>
            <a:lvl6pPr algn="l">
              <a:defRPr sz="1800" b="0" i="0">
                <a:solidFill>
                  <a:schemeClr val="dk2"/>
                </a:solidFill>
                <a:latin typeface="Arial"/>
                <a:ea typeface="Arial"/>
                <a:cs typeface="Arial"/>
              </a:defRPr>
            </a:lvl6pPr>
            <a:lvl7pPr algn="l">
              <a:defRPr sz="1800" b="0" i="0">
                <a:solidFill>
                  <a:schemeClr val="dk2"/>
                </a:solidFill>
                <a:latin typeface="Arial"/>
                <a:ea typeface="Arial"/>
                <a:cs typeface="Arial"/>
              </a:defRPr>
            </a:lvl7pPr>
            <a:lvl8pPr algn="l">
              <a:defRPr sz="1800" b="0" i="0">
                <a:solidFill>
                  <a:schemeClr val="dk2"/>
                </a:solidFill>
                <a:latin typeface="Arial"/>
                <a:ea typeface="Arial"/>
                <a:cs typeface="Arial"/>
              </a:defRPr>
            </a:lvl8pPr>
            <a:lvl9pPr algn="l">
              <a:defRPr sz="1800" b="0" i="0">
                <a:solidFill>
                  <a:schemeClr val="dk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20000"/>
              </a:lnSpc>
              <a:buNone/>
              <a:defRPr sz="1800" b="0" i="0">
                <a:solidFill>
                  <a:schemeClr val="dk2"/>
                </a:solidFill>
                <a:latin typeface="Arial"/>
                <a:ea typeface="Arial"/>
                <a:cs typeface="Arial"/>
              </a:defRPr>
            </a:pPr>
            <a:r>
              <a:rPr sz="1800" b="0" i="0">
                <a:solidFill>
                  <a:schemeClr val="dk2"/>
                </a:solidFill>
                <a:latin typeface="Arial"/>
                <a:ea typeface="Arial"/>
                <a:cs typeface="Arial"/>
              </a:rPr>
              <a:t>Supporting detail</a:t>
            </a:r>
          </a:p>
        </p:txBody>
      </p:sp>
      <p:sp>
        <p:nvSpPr>
          <p:cNvPr id="13" name="design:12">
            <a:extLst xmlns:a="http://schemas.openxmlformats.org/drawingml/2006/main">
              <a:ext uri="{FF2B5EF4-FFF2-40B4-BE49-F238E27FC236}">
                <a16:creationId xmlns:a16="http://schemas.microsoft.com/office/drawing/2014/main" id="{451790C9-0FA8-4C09-80ED-00D0EF5EB4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2190750"/>
            <a:ext cx="3467100" cy="3905250"/>
          </a:xfrm>
          <a:prstGeom xmlns:a="http://schemas.openxmlformats.org/drawingml/2006/main" prst="roundRect">
            <a:avLst>
              <a:gd name="adj" fmla="val 2198"/>
            </a:avLst>
          </a:prstGeom>
          <a:solidFill xmlns:a="http://schemas.openxmlformats.org/drawingml/2006/main">
            <a:schemeClr val="lt2"/>
          </a:solidFill>
          <a:ln xmlns:a="http://schemas.openxmlformats.org/drawingml/2006/main" w="0">
            <a:noFill/>
          </a:ln>
        </p:spPr>
      </p:sp>
      <p:sp>
        <p:nvSpPr>
          <p:cNvPr id="14" name="design:13">
            <a:extLst xmlns:a="http://schemas.openxmlformats.org/drawingml/2006/main">
              <a:ext uri="{FF2B5EF4-FFF2-40B4-BE49-F238E27FC236}">
                <a16:creationId xmlns:a16="http://schemas.microsoft.com/office/drawing/2014/main" id="{6BAB5E78-1519-4C66-B5DE-5EBDA0EB7A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2419350"/>
            <a:ext cx="590550" cy="590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 w="0">
            <a:noFill/>
          </a:ln>
        </p:spPr>
      </p:sp>
      <p:sp>
        <p:nvSpPr>
          <p:cNvPr id="15" name="design:14">
            <a:extLst xmlns:a="http://schemas.openxmlformats.org/drawingml/2006/main">
              <a:ext uri="{FF2B5EF4-FFF2-40B4-BE49-F238E27FC236}">
                <a16:creationId xmlns:a16="http://schemas.microsoft.com/office/drawing/2014/main" id="{14D2825D-6D0C-46F6-9302-E266B23DCC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2533650"/>
            <a:ext cx="266700" cy="3467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100" b="1" i="0">
                <a:solidFill>
                  <a:schemeClr val="lt1"/>
                </a:solidFill>
                <a:latin typeface="Arial"/>
                <a:ea typeface="Arial"/>
                <a:cs typeface="Arial"/>
              </a:defRPr>
            </a:defPPr>
            <a:lvl1pPr algn="l">
              <a:defRPr sz="2100" b="1" i="0">
                <a:solidFill>
                  <a:schemeClr val="lt1"/>
                </a:solidFill>
                <a:latin typeface="Arial"/>
                <a:ea typeface="Arial"/>
                <a:cs typeface="Arial"/>
              </a:defRPr>
            </a:lvl1pPr>
            <a:lvl2pPr algn="l">
              <a:defRPr sz="2100" b="1" i="0">
                <a:solidFill>
                  <a:schemeClr val="lt1"/>
                </a:solidFill>
                <a:latin typeface="Arial"/>
                <a:ea typeface="Arial"/>
                <a:cs typeface="Arial"/>
              </a:defRPr>
            </a:lvl2pPr>
            <a:lvl3pPr algn="l">
              <a:defRPr sz="2100" b="1" i="0">
                <a:solidFill>
                  <a:schemeClr val="lt1"/>
                </a:solidFill>
                <a:latin typeface="Arial"/>
                <a:ea typeface="Arial"/>
                <a:cs typeface="Arial"/>
              </a:defRPr>
            </a:lvl3pPr>
            <a:lvl4pPr algn="l">
              <a:defRPr sz="2100" b="1" i="0">
                <a:solidFill>
                  <a:schemeClr val="lt1"/>
                </a:solidFill>
                <a:latin typeface="Arial"/>
                <a:ea typeface="Arial"/>
                <a:cs typeface="Arial"/>
              </a:defRPr>
            </a:lvl4pPr>
            <a:lvl5pPr algn="l">
              <a:defRPr sz="2100" b="1" i="0">
                <a:solidFill>
                  <a:schemeClr val="lt1"/>
                </a:solidFill>
                <a:latin typeface="Arial"/>
                <a:ea typeface="Arial"/>
                <a:cs typeface="Arial"/>
              </a:defRPr>
            </a:lvl5pPr>
            <a:lvl6pPr algn="l">
              <a:defRPr sz="2100" b="1" i="0">
                <a:solidFill>
                  <a:schemeClr val="lt1"/>
                </a:solidFill>
                <a:latin typeface="Arial"/>
                <a:ea typeface="Arial"/>
                <a:cs typeface="Arial"/>
              </a:defRPr>
            </a:lvl6pPr>
            <a:lvl7pPr algn="l">
              <a:defRPr sz="2100" b="1" i="0">
                <a:solidFill>
                  <a:schemeClr val="lt1"/>
                </a:solidFill>
                <a:latin typeface="Arial"/>
                <a:ea typeface="Arial"/>
                <a:cs typeface="Arial"/>
              </a:defRPr>
            </a:lvl7pPr>
            <a:lvl8pPr algn="l">
              <a:defRPr sz="2100" b="1" i="0">
                <a:solidFill>
                  <a:schemeClr val="lt1"/>
                </a:solidFill>
                <a:latin typeface="Arial"/>
                <a:ea typeface="Arial"/>
                <a:cs typeface="Arial"/>
              </a:defRPr>
            </a:lvl8pPr>
            <a:lvl9pPr algn="l">
              <a:defRPr sz="2100" b="1" i="0">
                <a:solidFill>
                  <a:schemeClr val="lt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20000"/>
              </a:lnSpc>
              <a:defRPr sz="2100" b="1" i="0">
                <a:solidFill>
                  <a:schemeClr val="lt1"/>
                </a:solidFill>
                <a:latin typeface="Arial"/>
                <a:ea typeface="Arial"/>
                <a:cs typeface="Arial"/>
              </a:defRPr>
            </a:pPr>
            <a:r>
              <a:rPr sz="2100" b="1" i="0">
                <a:solidFill>
                  <a:schemeClr val="lt1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6" name="field:items.2.label">
            <a:extLst xmlns:a="http://schemas.openxmlformats.org/drawingml/2006/main">
              <a:ext uri="{FF2B5EF4-FFF2-40B4-BE49-F238E27FC236}">
                <a16:creationId xmlns:a16="http://schemas.microsoft.com/office/drawing/2014/main" id="{52118F3F-83C7-44AB-93F1-7303FB72FFAF}"/>
              </a:ext>
            </a:extLst>
          </p:cNvPr>
          <p:cNvSpPr>
            <a:spLocks xmlns:a="http://schemas.openxmlformats.org/drawingml/2006/main" noGrp="1"/>
          </p:cNvSpPr>
          <p:nvPr>
            <p:ph type="body" idx="6"/>
          </p:nvPr>
        </p:nvSpPr>
        <p:spPr>
          <a:xfrm xmlns:a="http://schemas.openxmlformats.org/drawingml/2006/main">
            <a:off x="8343900" y="3276600"/>
            <a:ext cx="30099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100" b="1" i="0">
                <a:solidFill>
                  <a:schemeClr val="dk2"/>
                </a:solidFill>
                <a:latin typeface="Arial"/>
                <a:ea typeface="Arial"/>
                <a:cs typeface="Arial"/>
              </a:defRPr>
            </a:defPPr>
            <a:lvl1pPr algn="l">
              <a:defRPr sz="2100" b="1" i="0">
                <a:solidFill>
                  <a:schemeClr val="dk2"/>
                </a:solidFill>
                <a:latin typeface="Arial"/>
                <a:ea typeface="Arial"/>
                <a:cs typeface="Arial"/>
              </a:defRPr>
            </a:lvl1pPr>
            <a:lvl2pPr algn="l">
              <a:defRPr sz="2100" b="1" i="0">
                <a:solidFill>
                  <a:schemeClr val="dk2"/>
                </a:solidFill>
                <a:latin typeface="Arial"/>
                <a:ea typeface="Arial"/>
                <a:cs typeface="Arial"/>
              </a:defRPr>
            </a:lvl2pPr>
            <a:lvl3pPr algn="l">
              <a:defRPr sz="2100" b="1" i="0">
                <a:solidFill>
                  <a:schemeClr val="dk2"/>
                </a:solidFill>
                <a:latin typeface="Arial"/>
                <a:ea typeface="Arial"/>
                <a:cs typeface="Arial"/>
              </a:defRPr>
            </a:lvl3pPr>
            <a:lvl4pPr algn="l">
              <a:defRPr sz="2100" b="1" i="0">
                <a:solidFill>
                  <a:schemeClr val="dk2"/>
                </a:solidFill>
                <a:latin typeface="Arial"/>
                <a:ea typeface="Arial"/>
                <a:cs typeface="Arial"/>
              </a:defRPr>
            </a:lvl4pPr>
            <a:lvl5pPr algn="l">
              <a:defRPr sz="2100" b="1" i="0">
                <a:solidFill>
                  <a:schemeClr val="dk2"/>
                </a:solidFill>
                <a:latin typeface="Arial"/>
                <a:ea typeface="Arial"/>
                <a:cs typeface="Arial"/>
              </a:defRPr>
            </a:lvl5pPr>
            <a:lvl6pPr algn="l">
              <a:defRPr sz="2100" b="1" i="0">
                <a:solidFill>
                  <a:schemeClr val="dk2"/>
                </a:solidFill>
                <a:latin typeface="Arial"/>
                <a:ea typeface="Arial"/>
                <a:cs typeface="Arial"/>
              </a:defRPr>
            </a:lvl6pPr>
            <a:lvl7pPr algn="l">
              <a:defRPr sz="2100" b="1" i="0">
                <a:solidFill>
                  <a:schemeClr val="dk2"/>
                </a:solidFill>
                <a:latin typeface="Arial"/>
                <a:ea typeface="Arial"/>
                <a:cs typeface="Arial"/>
              </a:defRPr>
            </a:lvl7pPr>
            <a:lvl8pPr algn="l">
              <a:defRPr sz="2100" b="1" i="0">
                <a:solidFill>
                  <a:schemeClr val="dk2"/>
                </a:solidFill>
                <a:latin typeface="Arial"/>
                <a:ea typeface="Arial"/>
                <a:cs typeface="Arial"/>
              </a:defRPr>
            </a:lvl8pPr>
            <a:lvl9pPr algn="l">
              <a:defRPr sz="2100" b="1" i="0">
                <a:solidFill>
                  <a:schemeClr val="dk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20000"/>
              </a:lnSpc>
              <a:buNone/>
              <a:defRPr sz="2100" b="1" i="0">
                <a:solidFill>
                  <a:schemeClr val="dk2"/>
                </a:solidFill>
                <a:latin typeface="Arial"/>
                <a:ea typeface="Arial"/>
                <a:cs typeface="Arial"/>
              </a:defRPr>
            </a:pPr>
            <a:r>
              <a:rPr sz="2100" b="1" i="0">
                <a:solidFill>
                  <a:schemeClr val="dk2"/>
                </a:solidFill>
                <a:latin typeface="Arial"/>
                <a:ea typeface="Arial"/>
                <a:cs typeface="Arial"/>
              </a:rPr>
              <a:t>Item 3</a:t>
            </a:r>
          </a:p>
        </p:txBody>
      </p:sp>
      <p:sp>
        <p:nvSpPr>
          <p:cNvPr id="17" name="field:items.2.text">
            <a:extLst xmlns:a="http://schemas.openxmlformats.org/drawingml/2006/main">
              <a:ext uri="{FF2B5EF4-FFF2-40B4-BE49-F238E27FC236}">
                <a16:creationId xmlns:a16="http://schemas.microsoft.com/office/drawing/2014/main" id="{51CED458-3E5D-419C-AF51-3457DA4FE4BC}"/>
              </a:ext>
            </a:extLst>
          </p:cNvPr>
          <p:cNvSpPr>
            <a:spLocks xmlns:a="http://schemas.openxmlformats.org/drawingml/2006/main" noGrp="1"/>
          </p:cNvSpPr>
          <p:nvPr>
            <p:ph type="body" idx="7"/>
          </p:nvPr>
        </p:nvSpPr>
        <p:spPr>
          <a:xfrm xmlns:a="http://schemas.openxmlformats.org/drawingml/2006/main">
            <a:off x="8343900" y="4076700"/>
            <a:ext cx="30099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800" b="0" i="0">
                <a:solidFill>
                  <a:schemeClr val="dk2"/>
                </a:solidFill>
                <a:latin typeface="Arial"/>
                <a:ea typeface="Arial"/>
                <a:cs typeface="Arial"/>
              </a:defRPr>
            </a:defPPr>
            <a:lvl1pPr algn="l">
              <a:defRPr sz="1800" b="0" i="0">
                <a:solidFill>
                  <a:schemeClr val="dk2"/>
                </a:solidFill>
                <a:latin typeface="Arial"/>
                <a:ea typeface="Arial"/>
                <a:cs typeface="Arial"/>
              </a:defRPr>
            </a:lvl1pPr>
            <a:lvl2pPr algn="l">
              <a:defRPr sz="1800" b="0" i="0">
                <a:solidFill>
                  <a:schemeClr val="dk2"/>
                </a:solidFill>
                <a:latin typeface="Arial"/>
                <a:ea typeface="Arial"/>
                <a:cs typeface="Arial"/>
              </a:defRPr>
            </a:lvl2pPr>
            <a:lvl3pPr algn="l">
              <a:defRPr sz="1800" b="0" i="0">
                <a:solidFill>
                  <a:schemeClr val="dk2"/>
                </a:solidFill>
                <a:latin typeface="Arial"/>
                <a:ea typeface="Arial"/>
                <a:cs typeface="Arial"/>
              </a:defRPr>
            </a:lvl3pPr>
            <a:lvl4pPr algn="l">
              <a:defRPr sz="1800" b="0" i="0">
                <a:solidFill>
                  <a:schemeClr val="dk2"/>
                </a:solidFill>
                <a:latin typeface="Arial"/>
                <a:ea typeface="Arial"/>
                <a:cs typeface="Arial"/>
              </a:defRPr>
            </a:lvl4pPr>
            <a:lvl5pPr algn="l">
              <a:defRPr sz="1800" b="0" i="0">
                <a:solidFill>
                  <a:schemeClr val="dk2"/>
                </a:solidFill>
                <a:latin typeface="Arial"/>
                <a:ea typeface="Arial"/>
                <a:cs typeface="Arial"/>
              </a:defRPr>
            </a:lvl5pPr>
            <a:lvl6pPr algn="l">
              <a:defRPr sz="1800" b="0" i="0">
                <a:solidFill>
                  <a:schemeClr val="dk2"/>
                </a:solidFill>
                <a:latin typeface="Arial"/>
                <a:ea typeface="Arial"/>
                <a:cs typeface="Arial"/>
              </a:defRPr>
            </a:lvl6pPr>
            <a:lvl7pPr algn="l">
              <a:defRPr sz="1800" b="0" i="0">
                <a:solidFill>
                  <a:schemeClr val="dk2"/>
                </a:solidFill>
                <a:latin typeface="Arial"/>
                <a:ea typeface="Arial"/>
                <a:cs typeface="Arial"/>
              </a:defRPr>
            </a:lvl7pPr>
            <a:lvl8pPr algn="l">
              <a:defRPr sz="1800" b="0" i="0">
                <a:solidFill>
                  <a:schemeClr val="dk2"/>
                </a:solidFill>
                <a:latin typeface="Arial"/>
                <a:ea typeface="Arial"/>
                <a:cs typeface="Arial"/>
              </a:defRPr>
            </a:lvl8pPr>
            <a:lvl9pPr algn="l">
              <a:defRPr sz="1800" b="0" i="0">
                <a:solidFill>
                  <a:schemeClr val="dk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20000"/>
              </a:lnSpc>
              <a:buNone/>
              <a:defRPr sz="1800" b="0" i="0">
                <a:solidFill>
                  <a:schemeClr val="dk2"/>
                </a:solidFill>
                <a:latin typeface="Arial"/>
                <a:ea typeface="Arial"/>
                <a:cs typeface="Arial"/>
              </a:defRPr>
            </a:pPr>
            <a:r>
              <a:rPr sz="1800" b="0" i="0">
                <a:solidFill>
                  <a:schemeClr val="dk2"/>
                </a:solidFill>
                <a:latin typeface="Arial"/>
                <a:ea typeface="Arial"/>
                <a:cs typeface="Arial"/>
              </a:rPr>
              <a:t>Supporting detail</a:t>
            </a:r>
          </a:p>
        </p:txBody>
      </p:sp>
    </p:spTree>
  </p:cSld>
  <p:clrMapOvr>
    <a:masterClrMapping/>
  </p:clrMapOvr>
</p:sldLayout>
</file>

<file path=ppt/slideLayouts/slideLayoutPresenton6.xml><?xml version="1.0" encoding="utf-8"?>
<p:sldLayout xmlns:p="http://schemas.openxmlformats.org/presentationml/2006/main" xmlns:a="http://schemas.openxmlformats.org/drawingml/2006/main" xmlns:r="http://schemas.openxmlformats.org/officeDocument/2006/relationships" type="cust" preserve="1">
  <p:cSld name="process">
    <p:spTree>
      <p:nvGrpSpPr>
        <p:cNvPr id="1" name=""/>
        <p:cNvGrpSpPr/>
        <p:nvPr/>
      </p:nvGrpSpPr>
      <p:grpSpPr/>
      <p:sp>
        <p:nvSpPr>
          <p:cNvPr id="20" name="field:kicker">
            <a:extLst xmlns:a="http://schemas.openxmlformats.org/drawingml/2006/main">
              <a:ext uri="{FF2B5EF4-FFF2-40B4-BE49-F238E27FC236}">
                <a16:creationId xmlns:a16="http://schemas.microsoft.com/office/drawing/2014/main" id="{BF6A99D5-1F46-430F-BB65-5A837F74A341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09600" y="323850"/>
            <a:ext cx="1047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500" b="1" i="0">
                <a:solidFill>
                  <a:schemeClr val="accent1"/>
                </a:solidFill>
                <a:latin typeface="Arial"/>
                <a:ea typeface="Arial"/>
                <a:cs typeface="Arial"/>
              </a:defRPr>
            </a:defPPr>
            <a:lvl1pPr algn="l">
              <a:defRPr sz="1500" b="1" i="0">
                <a:solidFill>
                  <a:schemeClr val="accent1"/>
                </a:solidFill>
                <a:latin typeface="Arial"/>
                <a:ea typeface="Arial"/>
                <a:cs typeface="Arial"/>
              </a:defRPr>
            </a:lvl1pPr>
            <a:lvl2pPr algn="l">
              <a:defRPr sz="1500" b="1" i="0">
                <a:solidFill>
                  <a:schemeClr val="accent1"/>
                </a:solidFill>
                <a:latin typeface="Arial"/>
                <a:ea typeface="Arial"/>
                <a:cs typeface="Arial"/>
              </a:defRPr>
            </a:lvl2pPr>
            <a:lvl3pPr algn="l">
              <a:defRPr sz="1500" b="1" i="0">
                <a:solidFill>
                  <a:schemeClr val="accent1"/>
                </a:solidFill>
                <a:latin typeface="Arial"/>
                <a:ea typeface="Arial"/>
                <a:cs typeface="Arial"/>
              </a:defRPr>
            </a:lvl3pPr>
            <a:lvl4pPr algn="l">
              <a:defRPr sz="1500" b="1" i="0">
                <a:solidFill>
                  <a:schemeClr val="accent1"/>
                </a:solidFill>
                <a:latin typeface="Arial"/>
                <a:ea typeface="Arial"/>
                <a:cs typeface="Arial"/>
              </a:defRPr>
            </a:lvl4pPr>
            <a:lvl5pPr algn="l">
              <a:defRPr sz="1500" b="1" i="0">
                <a:solidFill>
                  <a:schemeClr val="accent1"/>
                </a:solidFill>
                <a:latin typeface="Arial"/>
                <a:ea typeface="Arial"/>
                <a:cs typeface="Arial"/>
              </a:defRPr>
            </a:lvl5pPr>
            <a:lvl6pPr algn="l">
              <a:defRPr sz="1500" b="1" i="0">
                <a:solidFill>
                  <a:schemeClr val="accent1"/>
                </a:solidFill>
                <a:latin typeface="Arial"/>
                <a:ea typeface="Arial"/>
                <a:cs typeface="Arial"/>
              </a:defRPr>
            </a:lvl6pPr>
            <a:lvl7pPr algn="l">
              <a:defRPr sz="1500" b="1" i="0">
                <a:solidFill>
                  <a:schemeClr val="accent1"/>
                </a:solidFill>
                <a:latin typeface="Arial"/>
                <a:ea typeface="Arial"/>
                <a:cs typeface="Arial"/>
              </a:defRPr>
            </a:lvl7pPr>
            <a:lvl8pPr algn="l">
              <a:defRPr sz="1500" b="1" i="0">
                <a:solidFill>
                  <a:schemeClr val="accent1"/>
                </a:solidFill>
                <a:latin typeface="Arial"/>
                <a:ea typeface="Arial"/>
                <a:cs typeface="Arial"/>
              </a:defRPr>
            </a:lvl8pPr>
            <a:lvl9pPr algn="l">
              <a:defRPr sz="1500" b="1" i="0">
                <a:solidFill>
                  <a:schemeClr val="accent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20000"/>
              </a:lnSpc>
              <a:buNone/>
              <a:defRPr sz="1500" b="1" i="0">
                <a:solidFill>
                  <a:schemeClr val="accent1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chemeClr val="accent1"/>
                </a:solidFill>
                <a:latin typeface="Arial"/>
                <a:ea typeface="Arial"/>
                <a:cs typeface="Arial"/>
              </a:rPr>
              <a:t>SECTION</a:t>
            </a:r>
          </a:p>
        </p:txBody>
      </p:sp>
      <p:sp>
        <p:nvSpPr>
          <p:cNvPr id="2" name="field:title">
            <a:extLst xmlns:a="http://schemas.openxmlformats.org/drawingml/2006/main">
              <a:ext uri="{FF2B5EF4-FFF2-40B4-BE49-F238E27FC236}">
                <a16:creationId xmlns:a16="http://schemas.microsoft.com/office/drawing/2014/main" id="{BEFC7FB9-F219-411C-AF8E-320A97A4E13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09600" y="819150"/>
            <a:ext cx="109728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3300" b="1" i="0">
                <a:solidFill>
                  <a:schemeClr val="dk2"/>
                </a:solidFill>
                <a:latin typeface="Arial"/>
                <a:ea typeface="Arial"/>
                <a:cs typeface="Arial"/>
              </a:defRPr>
            </a:defPPr>
            <a:lvl1pPr algn="l">
              <a:defRPr sz="3300" b="1" i="0">
                <a:solidFill>
                  <a:schemeClr val="dk2"/>
                </a:solidFill>
                <a:latin typeface="Arial"/>
                <a:ea typeface="Arial"/>
                <a:cs typeface="Arial"/>
              </a:defRPr>
            </a:lvl1pPr>
            <a:lvl2pPr algn="l">
              <a:defRPr sz="3300" b="1" i="0">
                <a:solidFill>
                  <a:schemeClr val="dk2"/>
                </a:solidFill>
                <a:latin typeface="Arial"/>
                <a:ea typeface="Arial"/>
                <a:cs typeface="Arial"/>
              </a:defRPr>
            </a:lvl2pPr>
            <a:lvl3pPr algn="l">
              <a:defRPr sz="3300" b="1" i="0">
                <a:solidFill>
                  <a:schemeClr val="dk2"/>
                </a:solidFill>
                <a:latin typeface="Arial"/>
                <a:ea typeface="Arial"/>
                <a:cs typeface="Arial"/>
              </a:defRPr>
            </a:lvl3pPr>
            <a:lvl4pPr algn="l">
              <a:defRPr sz="3300" b="1" i="0">
                <a:solidFill>
                  <a:schemeClr val="dk2"/>
                </a:solidFill>
                <a:latin typeface="Arial"/>
                <a:ea typeface="Arial"/>
                <a:cs typeface="Arial"/>
              </a:defRPr>
            </a:lvl4pPr>
            <a:lvl5pPr algn="l">
              <a:defRPr sz="3300" b="1" i="0">
                <a:solidFill>
                  <a:schemeClr val="dk2"/>
                </a:solidFill>
                <a:latin typeface="Arial"/>
                <a:ea typeface="Arial"/>
                <a:cs typeface="Arial"/>
              </a:defRPr>
            </a:lvl5pPr>
            <a:lvl6pPr algn="l">
              <a:defRPr sz="3300" b="1" i="0">
                <a:solidFill>
                  <a:schemeClr val="dk2"/>
                </a:solidFill>
                <a:latin typeface="Arial"/>
                <a:ea typeface="Arial"/>
                <a:cs typeface="Arial"/>
              </a:defRPr>
            </a:lvl6pPr>
            <a:lvl7pPr algn="l">
              <a:defRPr sz="3300" b="1" i="0">
                <a:solidFill>
                  <a:schemeClr val="dk2"/>
                </a:solidFill>
                <a:latin typeface="Arial"/>
                <a:ea typeface="Arial"/>
                <a:cs typeface="Arial"/>
              </a:defRPr>
            </a:lvl7pPr>
            <a:lvl8pPr algn="l">
              <a:defRPr sz="3300" b="1" i="0">
                <a:solidFill>
                  <a:schemeClr val="dk2"/>
                </a:solidFill>
                <a:latin typeface="Arial"/>
                <a:ea typeface="Arial"/>
                <a:cs typeface="Arial"/>
              </a:defRPr>
            </a:lvl8pPr>
            <a:lvl9pPr algn="l">
              <a:defRPr sz="3300" b="1" i="0">
                <a:solidFill>
                  <a:schemeClr val="dk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20000"/>
              </a:lnSpc>
              <a:buNone/>
              <a:defRPr sz="3300" b="1" i="0">
                <a:solidFill>
                  <a:schemeClr val="dk2"/>
                </a:solidFill>
                <a:latin typeface="Arial"/>
                <a:ea typeface="Arial"/>
                <a:cs typeface="Arial"/>
              </a:defRPr>
            </a:pPr>
            <a:r>
              <a:rPr sz="3300" b="1" i="0">
                <a:solidFill>
                  <a:schemeClr val="dk2"/>
                </a:solidFill>
                <a:latin typeface="Arial"/>
                <a:ea typeface="Arial"/>
                <a:cs typeface="Arial"/>
              </a:rPr>
              <a:t>Four-step process</a:t>
            </a:r>
          </a:p>
        </p:txBody>
      </p:sp>
      <p:sp>
        <p:nvSpPr>
          <p:cNvPr id="3" name="design:2">
            <a:extLst xmlns:a="http://schemas.openxmlformats.org/drawingml/2006/main">
              <a:ext uri="{FF2B5EF4-FFF2-40B4-BE49-F238E27FC236}">
                <a16:creationId xmlns:a16="http://schemas.microsoft.com/office/drawing/2014/main" id="{68E5B5B6-40DD-416C-9B86-29C180C649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2686050"/>
            <a:ext cx="9334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 w="0">
            <a:noFill/>
          </a:ln>
        </p:spPr>
      </p:sp>
      <p:sp>
        <p:nvSpPr>
          <p:cNvPr id="4" name="design:3">
            <a:extLst xmlns:a="http://schemas.openxmlformats.org/drawingml/2006/main">
              <a:ext uri="{FF2B5EF4-FFF2-40B4-BE49-F238E27FC236}">
                <a16:creationId xmlns:a16="http://schemas.microsoft.com/office/drawing/2014/main" id="{0BAF4725-79CC-405F-9789-20BA85876A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362200"/>
            <a:ext cx="685800" cy="685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 w="0">
            <a:noFill/>
          </a:ln>
        </p:spPr>
      </p:sp>
      <p:sp>
        <p:nvSpPr>
          <p:cNvPr id="5" name="design:4">
            <a:extLst xmlns:a="http://schemas.openxmlformats.org/drawingml/2006/main">
              <a:ext uri="{FF2B5EF4-FFF2-40B4-BE49-F238E27FC236}">
                <a16:creationId xmlns:a16="http://schemas.microsoft.com/office/drawing/2014/main" id="{54C95250-9322-4052-926A-4AC42AC30F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2533650"/>
            <a:ext cx="266700" cy="3467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100" b="1" i="0">
                <a:solidFill>
                  <a:schemeClr val="lt1"/>
                </a:solidFill>
                <a:latin typeface="Arial"/>
                <a:ea typeface="Arial"/>
                <a:cs typeface="Arial"/>
              </a:defRPr>
            </a:defPPr>
            <a:lvl1pPr algn="l">
              <a:defRPr sz="2100" b="1" i="0">
                <a:solidFill>
                  <a:schemeClr val="lt1"/>
                </a:solidFill>
                <a:latin typeface="Arial"/>
                <a:ea typeface="Arial"/>
                <a:cs typeface="Arial"/>
              </a:defRPr>
            </a:lvl1pPr>
            <a:lvl2pPr algn="l">
              <a:defRPr sz="2100" b="1" i="0">
                <a:solidFill>
                  <a:schemeClr val="lt1"/>
                </a:solidFill>
                <a:latin typeface="Arial"/>
                <a:ea typeface="Arial"/>
                <a:cs typeface="Arial"/>
              </a:defRPr>
            </a:lvl2pPr>
            <a:lvl3pPr algn="l">
              <a:defRPr sz="2100" b="1" i="0">
                <a:solidFill>
                  <a:schemeClr val="lt1"/>
                </a:solidFill>
                <a:latin typeface="Arial"/>
                <a:ea typeface="Arial"/>
                <a:cs typeface="Arial"/>
              </a:defRPr>
            </a:lvl3pPr>
            <a:lvl4pPr algn="l">
              <a:defRPr sz="2100" b="1" i="0">
                <a:solidFill>
                  <a:schemeClr val="lt1"/>
                </a:solidFill>
                <a:latin typeface="Arial"/>
                <a:ea typeface="Arial"/>
                <a:cs typeface="Arial"/>
              </a:defRPr>
            </a:lvl4pPr>
            <a:lvl5pPr algn="l">
              <a:defRPr sz="2100" b="1" i="0">
                <a:solidFill>
                  <a:schemeClr val="lt1"/>
                </a:solidFill>
                <a:latin typeface="Arial"/>
                <a:ea typeface="Arial"/>
                <a:cs typeface="Arial"/>
              </a:defRPr>
            </a:lvl5pPr>
            <a:lvl6pPr algn="l">
              <a:defRPr sz="2100" b="1" i="0">
                <a:solidFill>
                  <a:schemeClr val="lt1"/>
                </a:solidFill>
                <a:latin typeface="Arial"/>
                <a:ea typeface="Arial"/>
                <a:cs typeface="Arial"/>
              </a:defRPr>
            </a:lvl6pPr>
            <a:lvl7pPr algn="l">
              <a:defRPr sz="2100" b="1" i="0">
                <a:solidFill>
                  <a:schemeClr val="lt1"/>
                </a:solidFill>
                <a:latin typeface="Arial"/>
                <a:ea typeface="Arial"/>
                <a:cs typeface="Arial"/>
              </a:defRPr>
            </a:lvl7pPr>
            <a:lvl8pPr algn="l">
              <a:defRPr sz="2100" b="1" i="0">
                <a:solidFill>
                  <a:schemeClr val="lt1"/>
                </a:solidFill>
                <a:latin typeface="Arial"/>
                <a:ea typeface="Arial"/>
                <a:cs typeface="Arial"/>
              </a:defRPr>
            </a:lvl8pPr>
            <a:lvl9pPr algn="l">
              <a:defRPr sz="2100" b="1" i="0">
                <a:solidFill>
                  <a:schemeClr val="lt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20000"/>
              </a:lnSpc>
              <a:defRPr sz="2100" b="1" i="0">
                <a:solidFill>
                  <a:schemeClr val="lt1"/>
                </a:solidFill>
                <a:latin typeface="Arial"/>
                <a:ea typeface="Arial"/>
                <a:cs typeface="Arial"/>
              </a:defRPr>
            </a:pPr>
            <a:r>
              <a:rPr sz="2100" b="1" i="0">
                <a:solidFill>
                  <a:schemeClr val="lt1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6" name="field:items.0.label">
            <a:extLst xmlns:a="http://schemas.openxmlformats.org/drawingml/2006/main">
              <a:ext uri="{FF2B5EF4-FFF2-40B4-BE49-F238E27FC236}">
                <a16:creationId xmlns:a16="http://schemas.microsoft.com/office/drawing/2014/main" id="{B0F77B94-6BDD-49CC-8CD6-F056F7AE6090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09600" y="3429000"/>
            <a:ext cx="25146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100" b="1" i="0">
                <a:solidFill>
                  <a:schemeClr val="dk2"/>
                </a:solidFill>
                <a:latin typeface="Arial"/>
                <a:ea typeface="Arial"/>
                <a:cs typeface="Arial"/>
              </a:defRPr>
            </a:defPPr>
            <a:lvl1pPr algn="l">
              <a:defRPr sz="2100" b="1" i="0">
                <a:solidFill>
                  <a:schemeClr val="dk2"/>
                </a:solidFill>
                <a:latin typeface="Arial"/>
                <a:ea typeface="Arial"/>
                <a:cs typeface="Arial"/>
              </a:defRPr>
            </a:lvl1pPr>
            <a:lvl2pPr algn="l">
              <a:defRPr sz="2100" b="1" i="0">
                <a:solidFill>
                  <a:schemeClr val="dk2"/>
                </a:solidFill>
                <a:latin typeface="Arial"/>
                <a:ea typeface="Arial"/>
                <a:cs typeface="Arial"/>
              </a:defRPr>
            </a:lvl2pPr>
            <a:lvl3pPr algn="l">
              <a:defRPr sz="2100" b="1" i="0">
                <a:solidFill>
                  <a:schemeClr val="dk2"/>
                </a:solidFill>
                <a:latin typeface="Arial"/>
                <a:ea typeface="Arial"/>
                <a:cs typeface="Arial"/>
              </a:defRPr>
            </a:lvl3pPr>
            <a:lvl4pPr algn="l">
              <a:defRPr sz="2100" b="1" i="0">
                <a:solidFill>
                  <a:schemeClr val="dk2"/>
                </a:solidFill>
                <a:latin typeface="Arial"/>
                <a:ea typeface="Arial"/>
                <a:cs typeface="Arial"/>
              </a:defRPr>
            </a:lvl4pPr>
            <a:lvl5pPr algn="l">
              <a:defRPr sz="2100" b="1" i="0">
                <a:solidFill>
                  <a:schemeClr val="dk2"/>
                </a:solidFill>
                <a:latin typeface="Arial"/>
                <a:ea typeface="Arial"/>
                <a:cs typeface="Arial"/>
              </a:defRPr>
            </a:lvl5pPr>
            <a:lvl6pPr algn="l">
              <a:defRPr sz="2100" b="1" i="0">
                <a:solidFill>
                  <a:schemeClr val="dk2"/>
                </a:solidFill>
                <a:latin typeface="Arial"/>
                <a:ea typeface="Arial"/>
                <a:cs typeface="Arial"/>
              </a:defRPr>
            </a:lvl6pPr>
            <a:lvl7pPr algn="l">
              <a:defRPr sz="2100" b="1" i="0">
                <a:solidFill>
                  <a:schemeClr val="dk2"/>
                </a:solidFill>
                <a:latin typeface="Arial"/>
                <a:ea typeface="Arial"/>
                <a:cs typeface="Arial"/>
              </a:defRPr>
            </a:lvl7pPr>
            <a:lvl8pPr algn="l">
              <a:defRPr sz="2100" b="1" i="0">
                <a:solidFill>
                  <a:schemeClr val="dk2"/>
                </a:solidFill>
                <a:latin typeface="Arial"/>
                <a:ea typeface="Arial"/>
                <a:cs typeface="Arial"/>
              </a:defRPr>
            </a:lvl8pPr>
            <a:lvl9pPr algn="l">
              <a:defRPr sz="2100" b="1" i="0">
                <a:solidFill>
                  <a:schemeClr val="dk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20000"/>
              </a:lnSpc>
              <a:buNone/>
              <a:defRPr sz="2100" b="1" i="0">
                <a:solidFill>
                  <a:schemeClr val="dk2"/>
                </a:solidFill>
                <a:latin typeface="Arial"/>
                <a:ea typeface="Arial"/>
                <a:cs typeface="Arial"/>
              </a:defRPr>
            </a:pPr>
            <a:r>
              <a:rPr sz="2100" b="1" i="0">
                <a:solidFill>
                  <a:schemeClr val="dk2"/>
                </a:solidFill>
                <a:latin typeface="Arial"/>
                <a:ea typeface="Arial"/>
                <a:cs typeface="Arial"/>
              </a:rPr>
              <a:t>Item 1</a:t>
            </a:r>
          </a:p>
        </p:txBody>
      </p:sp>
      <p:sp>
        <p:nvSpPr>
          <p:cNvPr id="7" name="field:items.0.text">
            <a:extLst xmlns:a="http://schemas.openxmlformats.org/drawingml/2006/main">
              <a:ext uri="{FF2B5EF4-FFF2-40B4-BE49-F238E27FC236}">
                <a16:creationId xmlns:a16="http://schemas.microsoft.com/office/drawing/2014/main" id="{8BA95885-A0BE-43D5-A939-5A7D12723C67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609600" y="4229100"/>
            <a:ext cx="2514600" cy="1771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800" b="0" i="0">
                <a:solidFill>
                  <a:schemeClr val="dk2"/>
                </a:solidFill>
                <a:latin typeface="Arial"/>
                <a:ea typeface="Arial"/>
                <a:cs typeface="Arial"/>
              </a:defRPr>
            </a:defPPr>
            <a:lvl1pPr algn="l">
              <a:defRPr sz="1800" b="0" i="0">
                <a:solidFill>
                  <a:schemeClr val="dk2"/>
                </a:solidFill>
                <a:latin typeface="Arial"/>
                <a:ea typeface="Arial"/>
                <a:cs typeface="Arial"/>
              </a:defRPr>
            </a:lvl1pPr>
            <a:lvl2pPr algn="l">
              <a:defRPr sz="1800" b="0" i="0">
                <a:solidFill>
                  <a:schemeClr val="dk2"/>
                </a:solidFill>
                <a:latin typeface="Arial"/>
                <a:ea typeface="Arial"/>
                <a:cs typeface="Arial"/>
              </a:defRPr>
            </a:lvl2pPr>
            <a:lvl3pPr algn="l">
              <a:defRPr sz="1800" b="0" i="0">
                <a:solidFill>
                  <a:schemeClr val="dk2"/>
                </a:solidFill>
                <a:latin typeface="Arial"/>
                <a:ea typeface="Arial"/>
                <a:cs typeface="Arial"/>
              </a:defRPr>
            </a:lvl3pPr>
            <a:lvl4pPr algn="l">
              <a:defRPr sz="1800" b="0" i="0">
                <a:solidFill>
                  <a:schemeClr val="dk2"/>
                </a:solidFill>
                <a:latin typeface="Arial"/>
                <a:ea typeface="Arial"/>
                <a:cs typeface="Arial"/>
              </a:defRPr>
            </a:lvl4pPr>
            <a:lvl5pPr algn="l">
              <a:defRPr sz="1800" b="0" i="0">
                <a:solidFill>
                  <a:schemeClr val="dk2"/>
                </a:solidFill>
                <a:latin typeface="Arial"/>
                <a:ea typeface="Arial"/>
                <a:cs typeface="Arial"/>
              </a:defRPr>
            </a:lvl5pPr>
            <a:lvl6pPr algn="l">
              <a:defRPr sz="1800" b="0" i="0">
                <a:solidFill>
                  <a:schemeClr val="dk2"/>
                </a:solidFill>
                <a:latin typeface="Arial"/>
                <a:ea typeface="Arial"/>
                <a:cs typeface="Arial"/>
              </a:defRPr>
            </a:lvl6pPr>
            <a:lvl7pPr algn="l">
              <a:defRPr sz="1800" b="0" i="0">
                <a:solidFill>
                  <a:schemeClr val="dk2"/>
                </a:solidFill>
                <a:latin typeface="Arial"/>
                <a:ea typeface="Arial"/>
                <a:cs typeface="Arial"/>
              </a:defRPr>
            </a:lvl7pPr>
            <a:lvl8pPr algn="l">
              <a:defRPr sz="1800" b="0" i="0">
                <a:solidFill>
                  <a:schemeClr val="dk2"/>
                </a:solidFill>
                <a:latin typeface="Arial"/>
                <a:ea typeface="Arial"/>
                <a:cs typeface="Arial"/>
              </a:defRPr>
            </a:lvl8pPr>
            <a:lvl9pPr algn="l">
              <a:defRPr sz="1800" b="0" i="0">
                <a:solidFill>
                  <a:schemeClr val="dk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20000"/>
              </a:lnSpc>
              <a:buNone/>
              <a:defRPr sz="1800" b="0" i="0">
                <a:solidFill>
                  <a:schemeClr val="dk2"/>
                </a:solidFill>
                <a:latin typeface="Arial"/>
                <a:ea typeface="Arial"/>
                <a:cs typeface="Arial"/>
              </a:defRPr>
            </a:pPr>
            <a:r>
              <a:rPr sz="1800" b="0" i="0">
                <a:solidFill>
                  <a:schemeClr val="dk2"/>
                </a:solidFill>
                <a:latin typeface="Arial"/>
                <a:ea typeface="Arial"/>
                <a:cs typeface="Arial"/>
              </a:rPr>
              <a:t>Supporting detail</a:t>
            </a:r>
          </a:p>
        </p:txBody>
      </p:sp>
      <p:sp>
        <p:nvSpPr>
          <p:cNvPr id="8" name="design:7">
            <a:extLst xmlns:a="http://schemas.openxmlformats.org/drawingml/2006/main">
              <a:ext uri="{FF2B5EF4-FFF2-40B4-BE49-F238E27FC236}">
                <a16:creationId xmlns:a16="http://schemas.microsoft.com/office/drawing/2014/main" id="{95463C13-E164-4D7F-ABA4-3603AFDB73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2362200"/>
            <a:ext cx="685800" cy="685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 w="0">
            <a:noFill/>
          </a:ln>
        </p:spPr>
      </p:sp>
      <p:sp>
        <p:nvSpPr>
          <p:cNvPr id="9" name="design:8">
            <a:extLst xmlns:a="http://schemas.openxmlformats.org/drawingml/2006/main">
              <a:ext uri="{FF2B5EF4-FFF2-40B4-BE49-F238E27FC236}">
                <a16:creationId xmlns:a16="http://schemas.microsoft.com/office/drawing/2014/main" id="{0254D61B-65C0-4605-89CB-1D20000183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2533650"/>
            <a:ext cx="266700" cy="3467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100" b="1" i="0">
                <a:solidFill>
                  <a:schemeClr val="lt1"/>
                </a:solidFill>
                <a:latin typeface="Arial"/>
                <a:ea typeface="Arial"/>
                <a:cs typeface="Arial"/>
              </a:defRPr>
            </a:defPPr>
            <a:lvl1pPr algn="l">
              <a:defRPr sz="2100" b="1" i="0">
                <a:solidFill>
                  <a:schemeClr val="lt1"/>
                </a:solidFill>
                <a:latin typeface="Arial"/>
                <a:ea typeface="Arial"/>
                <a:cs typeface="Arial"/>
              </a:defRPr>
            </a:lvl1pPr>
            <a:lvl2pPr algn="l">
              <a:defRPr sz="2100" b="1" i="0">
                <a:solidFill>
                  <a:schemeClr val="lt1"/>
                </a:solidFill>
                <a:latin typeface="Arial"/>
                <a:ea typeface="Arial"/>
                <a:cs typeface="Arial"/>
              </a:defRPr>
            </a:lvl2pPr>
            <a:lvl3pPr algn="l">
              <a:defRPr sz="2100" b="1" i="0">
                <a:solidFill>
                  <a:schemeClr val="lt1"/>
                </a:solidFill>
                <a:latin typeface="Arial"/>
                <a:ea typeface="Arial"/>
                <a:cs typeface="Arial"/>
              </a:defRPr>
            </a:lvl3pPr>
            <a:lvl4pPr algn="l">
              <a:defRPr sz="2100" b="1" i="0">
                <a:solidFill>
                  <a:schemeClr val="lt1"/>
                </a:solidFill>
                <a:latin typeface="Arial"/>
                <a:ea typeface="Arial"/>
                <a:cs typeface="Arial"/>
              </a:defRPr>
            </a:lvl4pPr>
            <a:lvl5pPr algn="l">
              <a:defRPr sz="2100" b="1" i="0">
                <a:solidFill>
                  <a:schemeClr val="lt1"/>
                </a:solidFill>
                <a:latin typeface="Arial"/>
                <a:ea typeface="Arial"/>
                <a:cs typeface="Arial"/>
              </a:defRPr>
            </a:lvl5pPr>
            <a:lvl6pPr algn="l">
              <a:defRPr sz="2100" b="1" i="0">
                <a:solidFill>
                  <a:schemeClr val="lt1"/>
                </a:solidFill>
                <a:latin typeface="Arial"/>
                <a:ea typeface="Arial"/>
                <a:cs typeface="Arial"/>
              </a:defRPr>
            </a:lvl6pPr>
            <a:lvl7pPr algn="l">
              <a:defRPr sz="2100" b="1" i="0">
                <a:solidFill>
                  <a:schemeClr val="lt1"/>
                </a:solidFill>
                <a:latin typeface="Arial"/>
                <a:ea typeface="Arial"/>
                <a:cs typeface="Arial"/>
              </a:defRPr>
            </a:lvl7pPr>
            <a:lvl8pPr algn="l">
              <a:defRPr sz="2100" b="1" i="0">
                <a:solidFill>
                  <a:schemeClr val="lt1"/>
                </a:solidFill>
                <a:latin typeface="Arial"/>
                <a:ea typeface="Arial"/>
                <a:cs typeface="Arial"/>
              </a:defRPr>
            </a:lvl8pPr>
            <a:lvl9pPr algn="l">
              <a:defRPr sz="2100" b="1" i="0">
                <a:solidFill>
                  <a:schemeClr val="lt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20000"/>
              </a:lnSpc>
              <a:defRPr sz="2100" b="1" i="0">
                <a:solidFill>
                  <a:schemeClr val="lt1"/>
                </a:solidFill>
                <a:latin typeface="Arial"/>
                <a:ea typeface="Arial"/>
                <a:cs typeface="Arial"/>
              </a:defRPr>
            </a:pPr>
            <a:r>
              <a:rPr sz="2100" b="1" i="0">
                <a:solidFill>
                  <a:schemeClr val="lt1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0" name="field:items.1.label">
            <a:extLst xmlns:a="http://schemas.openxmlformats.org/drawingml/2006/main">
              <a:ext uri="{FF2B5EF4-FFF2-40B4-BE49-F238E27FC236}">
                <a16:creationId xmlns:a16="http://schemas.microsoft.com/office/drawing/2014/main" id="{E6156F46-868D-43D0-A62C-09E3010D02C1}"/>
              </a:ext>
            </a:extLst>
          </p:cNvPr>
          <p:cNvSpPr>
            <a:spLocks xmlns:a="http://schemas.openxmlformats.org/drawingml/2006/main" noGrp="1"/>
          </p:cNvSpPr>
          <p:nvPr>
            <p:ph type="body" idx="4"/>
          </p:nvPr>
        </p:nvSpPr>
        <p:spPr>
          <a:xfrm xmlns:a="http://schemas.openxmlformats.org/drawingml/2006/main">
            <a:off x="3390900" y="3429000"/>
            <a:ext cx="25146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100" b="1" i="0">
                <a:solidFill>
                  <a:schemeClr val="dk2"/>
                </a:solidFill>
                <a:latin typeface="Arial"/>
                <a:ea typeface="Arial"/>
                <a:cs typeface="Arial"/>
              </a:defRPr>
            </a:defPPr>
            <a:lvl1pPr algn="l">
              <a:defRPr sz="2100" b="1" i="0">
                <a:solidFill>
                  <a:schemeClr val="dk2"/>
                </a:solidFill>
                <a:latin typeface="Arial"/>
                <a:ea typeface="Arial"/>
                <a:cs typeface="Arial"/>
              </a:defRPr>
            </a:lvl1pPr>
            <a:lvl2pPr algn="l">
              <a:defRPr sz="2100" b="1" i="0">
                <a:solidFill>
                  <a:schemeClr val="dk2"/>
                </a:solidFill>
                <a:latin typeface="Arial"/>
                <a:ea typeface="Arial"/>
                <a:cs typeface="Arial"/>
              </a:defRPr>
            </a:lvl2pPr>
            <a:lvl3pPr algn="l">
              <a:defRPr sz="2100" b="1" i="0">
                <a:solidFill>
                  <a:schemeClr val="dk2"/>
                </a:solidFill>
                <a:latin typeface="Arial"/>
                <a:ea typeface="Arial"/>
                <a:cs typeface="Arial"/>
              </a:defRPr>
            </a:lvl3pPr>
            <a:lvl4pPr algn="l">
              <a:defRPr sz="2100" b="1" i="0">
                <a:solidFill>
                  <a:schemeClr val="dk2"/>
                </a:solidFill>
                <a:latin typeface="Arial"/>
                <a:ea typeface="Arial"/>
                <a:cs typeface="Arial"/>
              </a:defRPr>
            </a:lvl4pPr>
            <a:lvl5pPr algn="l">
              <a:defRPr sz="2100" b="1" i="0">
                <a:solidFill>
                  <a:schemeClr val="dk2"/>
                </a:solidFill>
                <a:latin typeface="Arial"/>
                <a:ea typeface="Arial"/>
                <a:cs typeface="Arial"/>
              </a:defRPr>
            </a:lvl5pPr>
            <a:lvl6pPr algn="l">
              <a:defRPr sz="2100" b="1" i="0">
                <a:solidFill>
                  <a:schemeClr val="dk2"/>
                </a:solidFill>
                <a:latin typeface="Arial"/>
                <a:ea typeface="Arial"/>
                <a:cs typeface="Arial"/>
              </a:defRPr>
            </a:lvl6pPr>
            <a:lvl7pPr algn="l">
              <a:defRPr sz="2100" b="1" i="0">
                <a:solidFill>
                  <a:schemeClr val="dk2"/>
                </a:solidFill>
                <a:latin typeface="Arial"/>
                <a:ea typeface="Arial"/>
                <a:cs typeface="Arial"/>
              </a:defRPr>
            </a:lvl7pPr>
            <a:lvl8pPr algn="l">
              <a:defRPr sz="2100" b="1" i="0">
                <a:solidFill>
                  <a:schemeClr val="dk2"/>
                </a:solidFill>
                <a:latin typeface="Arial"/>
                <a:ea typeface="Arial"/>
                <a:cs typeface="Arial"/>
              </a:defRPr>
            </a:lvl8pPr>
            <a:lvl9pPr algn="l">
              <a:defRPr sz="2100" b="1" i="0">
                <a:solidFill>
                  <a:schemeClr val="dk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20000"/>
              </a:lnSpc>
              <a:buNone/>
              <a:defRPr sz="2100" b="1" i="0">
                <a:solidFill>
                  <a:schemeClr val="dk2"/>
                </a:solidFill>
                <a:latin typeface="Arial"/>
                <a:ea typeface="Arial"/>
                <a:cs typeface="Arial"/>
              </a:defRPr>
            </a:pPr>
            <a:r>
              <a:rPr sz="2100" b="1" i="0">
                <a:solidFill>
                  <a:schemeClr val="dk2"/>
                </a:solidFill>
                <a:latin typeface="Arial"/>
                <a:ea typeface="Arial"/>
                <a:cs typeface="Arial"/>
              </a:rPr>
              <a:t>Item 2</a:t>
            </a:r>
          </a:p>
        </p:txBody>
      </p:sp>
      <p:sp>
        <p:nvSpPr>
          <p:cNvPr id="11" name="field:items.1.text">
            <a:extLst xmlns:a="http://schemas.openxmlformats.org/drawingml/2006/main">
              <a:ext uri="{FF2B5EF4-FFF2-40B4-BE49-F238E27FC236}">
                <a16:creationId xmlns:a16="http://schemas.microsoft.com/office/drawing/2014/main" id="{A0AE439C-3B4D-477F-9E72-9B2F84D599FC}"/>
              </a:ext>
            </a:extLst>
          </p:cNvPr>
          <p:cNvSpPr>
            <a:spLocks xmlns:a="http://schemas.openxmlformats.org/drawingml/2006/main" noGrp="1"/>
          </p:cNvSpPr>
          <p:nvPr>
            <p:ph type="body" idx="5"/>
          </p:nvPr>
        </p:nvSpPr>
        <p:spPr>
          <a:xfrm xmlns:a="http://schemas.openxmlformats.org/drawingml/2006/main">
            <a:off x="3390900" y="4229100"/>
            <a:ext cx="2514600" cy="1771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800" b="0" i="0">
                <a:solidFill>
                  <a:schemeClr val="dk2"/>
                </a:solidFill>
                <a:latin typeface="Arial"/>
                <a:ea typeface="Arial"/>
                <a:cs typeface="Arial"/>
              </a:defRPr>
            </a:defPPr>
            <a:lvl1pPr algn="l">
              <a:defRPr sz="1800" b="0" i="0">
                <a:solidFill>
                  <a:schemeClr val="dk2"/>
                </a:solidFill>
                <a:latin typeface="Arial"/>
                <a:ea typeface="Arial"/>
                <a:cs typeface="Arial"/>
              </a:defRPr>
            </a:lvl1pPr>
            <a:lvl2pPr algn="l">
              <a:defRPr sz="1800" b="0" i="0">
                <a:solidFill>
                  <a:schemeClr val="dk2"/>
                </a:solidFill>
                <a:latin typeface="Arial"/>
                <a:ea typeface="Arial"/>
                <a:cs typeface="Arial"/>
              </a:defRPr>
            </a:lvl2pPr>
            <a:lvl3pPr algn="l">
              <a:defRPr sz="1800" b="0" i="0">
                <a:solidFill>
                  <a:schemeClr val="dk2"/>
                </a:solidFill>
                <a:latin typeface="Arial"/>
                <a:ea typeface="Arial"/>
                <a:cs typeface="Arial"/>
              </a:defRPr>
            </a:lvl3pPr>
            <a:lvl4pPr algn="l">
              <a:defRPr sz="1800" b="0" i="0">
                <a:solidFill>
                  <a:schemeClr val="dk2"/>
                </a:solidFill>
                <a:latin typeface="Arial"/>
                <a:ea typeface="Arial"/>
                <a:cs typeface="Arial"/>
              </a:defRPr>
            </a:lvl4pPr>
            <a:lvl5pPr algn="l">
              <a:defRPr sz="1800" b="0" i="0">
                <a:solidFill>
                  <a:schemeClr val="dk2"/>
                </a:solidFill>
                <a:latin typeface="Arial"/>
                <a:ea typeface="Arial"/>
                <a:cs typeface="Arial"/>
              </a:defRPr>
            </a:lvl5pPr>
            <a:lvl6pPr algn="l">
              <a:defRPr sz="1800" b="0" i="0">
                <a:solidFill>
                  <a:schemeClr val="dk2"/>
                </a:solidFill>
                <a:latin typeface="Arial"/>
                <a:ea typeface="Arial"/>
                <a:cs typeface="Arial"/>
              </a:defRPr>
            </a:lvl6pPr>
            <a:lvl7pPr algn="l">
              <a:defRPr sz="1800" b="0" i="0">
                <a:solidFill>
                  <a:schemeClr val="dk2"/>
                </a:solidFill>
                <a:latin typeface="Arial"/>
                <a:ea typeface="Arial"/>
                <a:cs typeface="Arial"/>
              </a:defRPr>
            </a:lvl7pPr>
            <a:lvl8pPr algn="l">
              <a:defRPr sz="1800" b="0" i="0">
                <a:solidFill>
                  <a:schemeClr val="dk2"/>
                </a:solidFill>
                <a:latin typeface="Arial"/>
                <a:ea typeface="Arial"/>
                <a:cs typeface="Arial"/>
              </a:defRPr>
            </a:lvl8pPr>
            <a:lvl9pPr algn="l">
              <a:defRPr sz="1800" b="0" i="0">
                <a:solidFill>
                  <a:schemeClr val="dk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20000"/>
              </a:lnSpc>
              <a:buNone/>
              <a:defRPr sz="1800" b="0" i="0">
                <a:solidFill>
                  <a:schemeClr val="dk2"/>
                </a:solidFill>
                <a:latin typeface="Arial"/>
                <a:ea typeface="Arial"/>
                <a:cs typeface="Arial"/>
              </a:defRPr>
            </a:pPr>
            <a:r>
              <a:rPr sz="1800" b="0" i="0">
                <a:solidFill>
                  <a:schemeClr val="dk2"/>
                </a:solidFill>
                <a:latin typeface="Arial"/>
                <a:ea typeface="Arial"/>
                <a:cs typeface="Arial"/>
              </a:rPr>
              <a:t>Supporting detail</a:t>
            </a:r>
          </a:p>
        </p:txBody>
      </p:sp>
      <p:sp>
        <p:nvSpPr>
          <p:cNvPr id="12" name="design:11">
            <a:extLst xmlns:a="http://schemas.openxmlformats.org/drawingml/2006/main">
              <a:ext uri="{FF2B5EF4-FFF2-40B4-BE49-F238E27FC236}">
                <a16:creationId xmlns:a16="http://schemas.microsoft.com/office/drawing/2014/main" id="{3BEB84EF-6A08-4BEC-9A06-4A0574C350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2362200"/>
            <a:ext cx="685800" cy="685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 w="0">
            <a:noFill/>
          </a:ln>
        </p:spPr>
      </p:sp>
      <p:sp>
        <p:nvSpPr>
          <p:cNvPr id="13" name="design:12">
            <a:extLst xmlns:a="http://schemas.openxmlformats.org/drawingml/2006/main">
              <a:ext uri="{FF2B5EF4-FFF2-40B4-BE49-F238E27FC236}">
                <a16:creationId xmlns:a16="http://schemas.microsoft.com/office/drawing/2014/main" id="{69530BC8-B342-4510-BF49-1AD4303672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533650"/>
            <a:ext cx="266700" cy="3467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100" b="1" i="0">
                <a:solidFill>
                  <a:schemeClr val="lt1"/>
                </a:solidFill>
                <a:latin typeface="Arial"/>
                <a:ea typeface="Arial"/>
                <a:cs typeface="Arial"/>
              </a:defRPr>
            </a:defPPr>
            <a:lvl1pPr algn="l">
              <a:defRPr sz="2100" b="1" i="0">
                <a:solidFill>
                  <a:schemeClr val="lt1"/>
                </a:solidFill>
                <a:latin typeface="Arial"/>
                <a:ea typeface="Arial"/>
                <a:cs typeface="Arial"/>
              </a:defRPr>
            </a:lvl1pPr>
            <a:lvl2pPr algn="l">
              <a:defRPr sz="2100" b="1" i="0">
                <a:solidFill>
                  <a:schemeClr val="lt1"/>
                </a:solidFill>
                <a:latin typeface="Arial"/>
                <a:ea typeface="Arial"/>
                <a:cs typeface="Arial"/>
              </a:defRPr>
            </a:lvl2pPr>
            <a:lvl3pPr algn="l">
              <a:defRPr sz="2100" b="1" i="0">
                <a:solidFill>
                  <a:schemeClr val="lt1"/>
                </a:solidFill>
                <a:latin typeface="Arial"/>
                <a:ea typeface="Arial"/>
                <a:cs typeface="Arial"/>
              </a:defRPr>
            </a:lvl3pPr>
            <a:lvl4pPr algn="l">
              <a:defRPr sz="2100" b="1" i="0">
                <a:solidFill>
                  <a:schemeClr val="lt1"/>
                </a:solidFill>
                <a:latin typeface="Arial"/>
                <a:ea typeface="Arial"/>
                <a:cs typeface="Arial"/>
              </a:defRPr>
            </a:lvl4pPr>
            <a:lvl5pPr algn="l">
              <a:defRPr sz="2100" b="1" i="0">
                <a:solidFill>
                  <a:schemeClr val="lt1"/>
                </a:solidFill>
                <a:latin typeface="Arial"/>
                <a:ea typeface="Arial"/>
                <a:cs typeface="Arial"/>
              </a:defRPr>
            </a:lvl5pPr>
            <a:lvl6pPr algn="l">
              <a:defRPr sz="2100" b="1" i="0">
                <a:solidFill>
                  <a:schemeClr val="lt1"/>
                </a:solidFill>
                <a:latin typeface="Arial"/>
                <a:ea typeface="Arial"/>
                <a:cs typeface="Arial"/>
              </a:defRPr>
            </a:lvl6pPr>
            <a:lvl7pPr algn="l">
              <a:defRPr sz="2100" b="1" i="0">
                <a:solidFill>
                  <a:schemeClr val="lt1"/>
                </a:solidFill>
                <a:latin typeface="Arial"/>
                <a:ea typeface="Arial"/>
                <a:cs typeface="Arial"/>
              </a:defRPr>
            </a:lvl7pPr>
            <a:lvl8pPr algn="l">
              <a:defRPr sz="2100" b="1" i="0">
                <a:solidFill>
                  <a:schemeClr val="lt1"/>
                </a:solidFill>
                <a:latin typeface="Arial"/>
                <a:ea typeface="Arial"/>
                <a:cs typeface="Arial"/>
              </a:defRPr>
            </a:lvl8pPr>
            <a:lvl9pPr algn="l">
              <a:defRPr sz="2100" b="1" i="0">
                <a:solidFill>
                  <a:schemeClr val="lt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20000"/>
              </a:lnSpc>
              <a:defRPr sz="2100" b="1" i="0">
                <a:solidFill>
                  <a:schemeClr val="lt1"/>
                </a:solidFill>
                <a:latin typeface="Arial"/>
                <a:ea typeface="Arial"/>
                <a:cs typeface="Arial"/>
              </a:defRPr>
            </a:pPr>
            <a:r>
              <a:rPr sz="2100" b="1" i="0">
                <a:solidFill>
                  <a:schemeClr val="lt1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4" name="field:items.2.label">
            <a:extLst xmlns:a="http://schemas.openxmlformats.org/drawingml/2006/main">
              <a:ext uri="{FF2B5EF4-FFF2-40B4-BE49-F238E27FC236}">
                <a16:creationId xmlns:a16="http://schemas.microsoft.com/office/drawing/2014/main" id="{75B7998E-649A-4772-9599-322BF3D0EED0}"/>
              </a:ext>
            </a:extLst>
          </p:cNvPr>
          <p:cNvSpPr>
            <a:spLocks xmlns:a="http://schemas.openxmlformats.org/drawingml/2006/main" noGrp="1"/>
          </p:cNvSpPr>
          <p:nvPr>
            <p:ph type="body" idx="6"/>
          </p:nvPr>
        </p:nvSpPr>
        <p:spPr>
          <a:xfrm xmlns:a="http://schemas.openxmlformats.org/drawingml/2006/main">
            <a:off x="6172200" y="3429000"/>
            <a:ext cx="25146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100" b="1" i="0">
                <a:solidFill>
                  <a:schemeClr val="dk2"/>
                </a:solidFill>
                <a:latin typeface="Arial"/>
                <a:ea typeface="Arial"/>
                <a:cs typeface="Arial"/>
              </a:defRPr>
            </a:defPPr>
            <a:lvl1pPr algn="l">
              <a:defRPr sz="2100" b="1" i="0">
                <a:solidFill>
                  <a:schemeClr val="dk2"/>
                </a:solidFill>
                <a:latin typeface="Arial"/>
                <a:ea typeface="Arial"/>
                <a:cs typeface="Arial"/>
              </a:defRPr>
            </a:lvl1pPr>
            <a:lvl2pPr algn="l">
              <a:defRPr sz="2100" b="1" i="0">
                <a:solidFill>
                  <a:schemeClr val="dk2"/>
                </a:solidFill>
                <a:latin typeface="Arial"/>
                <a:ea typeface="Arial"/>
                <a:cs typeface="Arial"/>
              </a:defRPr>
            </a:lvl2pPr>
            <a:lvl3pPr algn="l">
              <a:defRPr sz="2100" b="1" i="0">
                <a:solidFill>
                  <a:schemeClr val="dk2"/>
                </a:solidFill>
                <a:latin typeface="Arial"/>
                <a:ea typeface="Arial"/>
                <a:cs typeface="Arial"/>
              </a:defRPr>
            </a:lvl3pPr>
            <a:lvl4pPr algn="l">
              <a:defRPr sz="2100" b="1" i="0">
                <a:solidFill>
                  <a:schemeClr val="dk2"/>
                </a:solidFill>
                <a:latin typeface="Arial"/>
                <a:ea typeface="Arial"/>
                <a:cs typeface="Arial"/>
              </a:defRPr>
            </a:lvl4pPr>
            <a:lvl5pPr algn="l">
              <a:defRPr sz="2100" b="1" i="0">
                <a:solidFill>
                  <a:schemeClr val="dk2"/>
                </a:solidFill>
                <a:latin typeface="Arial"/>
                <a:ea typeface="Arial"/>
                <a:cs typeface="Arial"/>
              </a:defRPr>
            </a:lvl5pPr>
            <a:lvl6pPr algn="l">
              <a:defRPr sz="2100" b="1" i="0">
                <a:solidFill>
                  <a:schemeClr val="dk2"/>
                </a:solidFill>
                <a:latin typeface="Arial"/>
                <a:ea typeface="Arial"/>
                <a:cs typeface="Arial"/>
              </a:defRPr>
            </a:lvl6pPr>
            <a:lvl7pPr algn="l">
              <a:defRPr sz="2100" b="1" i="0">
                <a:solidFill>
                  <a:schemeClr val="dk2"/>
                </a:solidFill>
                <a:latin typeface="Arial"/>
                <a:ea typeface="Arial"/>
                <a:cs typeface="Arial"/>
              </a:defRPr>
            </a:lvl7pPr>
            <a:lvl8pPr algn="l">
              <a:defRPr sz="2100" b="1" i="0">
                <a:solidFill>
                  <a:schemeClr val="dk2"/>
                </a:solidFill>
                <a:latin typeface="Arial"/>
                <a:ea typeface="Arial"/>
                <a:cs typeface="Arial"/>
              </a:defRPr>
            </a:lvl8pPr>
            <a:lvl9pPr algn="l">
              <a:defRPr sz="2100" b="1" i="0">
                <a:solidFill>
                  <a:schemeClr val="dk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20000"/>
              </a:lnSpc>
              <a:buNone/>
              <a:defRPr sz="2100" b="1" i="0">
                <a:solidFill>
                  <a:schemeClr val="dk2"/>
                </a:solidFill>
                <a:latin typeface="Arial"/>
                <a:ea typeface="Arial"/>
                <a:cs typeface="Arial"/>
              </a:defRPr>
            </a:pPr>
            <a:r>
              <a:rPr sz="2100" b="1" i="0">
                <a:solidFill>
                  <a:schemeClr val="dk2"/>
                </a:solidFill>
                <a:latin typeface="Arial"/>
                <a:ea typeface="Arial"/>
                <a:cs typeface="Arial"/>
              </a:rPr>
              <a:t>Item 3</a:t>
            </a:r>
          </a:p>
        </p:txBody>
      </p:sp>
      <p:sp>
        <p:nvSpPr>
          <p:cNvPr id="15" name="field:items.2.text">
            <a:extLst xmlns:a="http://schemas.openxmlformats.org/drawingml/2006/main">
              <a:ext uri="{FF2B5EF4-FFF2-40B4-BE49-F238E27FC236}">
                <a16:creationId xmlns:a16="http://schemas.microsoft.com/office/drawing/2014/main" id="{976AFBA8-32FD-4E89-A557-93A56CD4E736}"/>
              </a:ext>
            </a:extLst>
          </p:cNvPr>
          <p:cNvSpPr>
            <a:spLocks xmlns:a="http://schemas.openxmlformats.org/drawingml/2006/main" noGrp="1"/>
          </p:cNvSpPr>
          <p:nvPr>
            <p:ph type="body" idx="7"/>
          </p:nvPr>
        </p:nvSpPr>
        <p:spPr>
          <a:xfrm xmlns:a="http://schemas.openxmlformats.org/drawingml/2006/main">
            <a:off x="6172200" y="4229100"/>
            <a:ext cx="2514600" cy="1771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800" b="0" i="0">
                <a:solidFill>
                  <a:schemeClr val="dk2"/>
                </a:solidFill>
                <a:latin typeface="Arial"/>
                <a:ea typeface="Arial"/>
                <a:cs typeface="Arial"/>
              </a:defRPr>
            </a:defPPr>
            <a:lvl1pPr algn="l">
              <a:defRPr sz="1800" b="0" i="0">
                <a:solidFill>
                  <a:schemeClr val="dk2"/>
                </a:solidFill>
                <a:latin typeface="Arial"/>
                <a:ea typeface="Arial"/>
                <a:cs typeface="Arial"/>
              </a:defRPr>
            </a:lvl1pPr>
            <a:lvl2pPr algn="l">
              <a:defRPr sz="1800" b="0" i="0">
                <a:solidFill>
                  <a:schemeClr val="dk2"/>
                </a:solidFill>
                <a:latin typeface="Arial"/>
                <a:ea typeface="Arial"/>
                <a:cs typeface="Arial"/>
              </a:defRPr>
            </a:lvl2pPr>
            <a:lvl3pPr algn="l">
              <a:defRPr sz="1800" b="0" i="0">
                <a:solidFill>
                  <a:schemeClr val="dk2"/>
                </a:solidFill>
                <a:latin typeface="Arial"/>
                <a:ea typeface="Arial"/>
                <a:cs typeface="Arial"/>
              </a:defRPr>
            </a:lvl3pPr>
            <a:lvl4pPr algn="l">
              <a:defRPr sz="1800" b="0" i="0">
                <a:solidFill>
                  <a:schemeClr val="dk2"/>
                </a:solidFill>
                <a:latin typeface="Arial"/>
                <a:ea typeface="Arial"/>
                <a:cs typeface="Arial"/>
              </a:defRPr>
            </a:lvl4pPr>
            <a:lvl5pPr algn="l">
              <a:defRPr sz="1800" b="0" i="0">
                <a:solidFill>
                  <a:schemeClr val="dk2"/>
                </a:solidFill>
                <a:latin typeface="Arial"/>
                <a:ea typeface="Arial"/>
                <a:cs typeface="Arial"/>
              </a:defRPr>
            </a:lvl5pPr>
            <a:lvl6pPr algn="l">
              <a:defRPr sz="1800" b="0" i="0">
                <a:solidFill>
                  <a:schemeClr val="dk2"/>
                </a:solidFill>
                <a:latin typeface="Arial"/>
                <a:ea typeface="Arial"/>
                <a:cs typeface="Arial"/>
              </a:defRPr>
            </a:lvl6pPr>
            <a:lvl7pPr algn="l">
              <a:defRPr sz="1800" b="0" i="0">
                <a:solidFill>
                  <a:schemeClr val="dk2"/>
                </a:solidFill>
                <a:latin typeface="Arial"/>
                <a:ea typeface="Arial"/>
                <a:cs typeface="Arial"/>
              </a:defRPr>
            </a:lvl7pPr>
            <a:lvl8pPr algn="l">
              <a:defRPr sz="1800" b="0" i="0">
                <a:solidFill>
                  <a:schemeClr val="dk2"/>
                </a:solidFill>
                <a:latin typeface="Arial"/>
                <a:ea typeface="Arial"/>
                <a:cs typeface="Arial"/>
              </a:defRPr>
            </a:lvl8pPr>
            <a:lvl9pPr algn="l">
              <a:defRPr sz="1800" b="0" i="0">
                <a:solidFill>
                  <a:schemeClr val="dk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20000"/>
              </a:lnSpc>
              <a:buNone/>
              <a:defRPr sz="1800" b="0" i="0">
                <a:solidFill>
                  <a:schemeClr val="dk2"/>
                </a:solidFill>
                <a:latin typeface="Arial"/>
                <a:ea typeface="Arial"/>
                <a:cs typeface="Arial"/>
              </a:defRPr>
            </a:pPr>
            <a:r>
              <a:rPr sz="1800" b="0" i="0">
                <a:solidFill>
                  <a:schemeClr val="dk2"/>
                </a:solidFill>
                <a:latin typeface="Arial"/>
                <a:ea typeface="Arial"/>
                <a:cs typeface="Arial"/>
              </a:rPr>
              <a:t>Supporting detail</a:t>
            </a:r>
          </a:p>
        </p:txBody>
      </p:sp>
      <p:sp>
        <p:nvSpPr>
          <p:cNvPr id="16" name="design:15">
            <a:extLst xmlns:a="http://schemas.openxmlformats.org/drawingml/2006/main">
              <a:ext uri="{FF2B5EF4-FFF2-40B4-BE49-F238E27FC236}">
                <a16:creationId xmlns:a16="http://schemas.microsoft.com/office/drawing/2014/main" id="{3FE393BC-6FF7-4D73-8A00-6DF64FE41F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2650" y="2362200"/>
            <a:ext cx="685800" cy="685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 w="0">
            <a:noFill/>
          </a:ln>
        </p:spPr>
      </p:sp>
      <p:sp>
        <p:nvSpPr>
          <p:cNvPr id="17" name="design:16">
            <a:extLst xmlns:a="http://schemas.openxmlformats.org/drawingml/2006/main">
              <a:ext uri="{FF2B5EF4-FFF2-40B4-BE49-F238E27FC236}">
                <a16:creationId xmlns:a16="http://schemas.microsoft.com/office/drawing/2014/main" id="{2C1D64F7-4281-4631-8B2A-9AF6062E63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0300" y="2533650"/>
            <a:ext cx="266700" cy="3467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100" b="1" i="0">
                <a:solidFill>
                  <a:schemeClr val="lt1"/>
                </a:solidFill>
                <a:latin typeface="Arial"/>
                <a:ea typeface="Arial"/>
                <a:cs typeface="Arial"/>
              </a:defRPr>
            </a:defPPr>
            <a:lvl1pPr algn="l">
              <a:defRPr sz="2100" b="1" i="0">
                <a:solidFill>
                  <a:schemeClr val="lt1"/>
                </a:solidFill>
                <a:latin typeface="Arial"/>
                <a:ea typeface="Arial"/>
                <a:cs typeface="Arial"/>
              </a:defRPr>
            </a:lvl1pPr>
            <a:lvl2pPr algn="l">
              <a:defRPr sz="2100" b="1" i="0">
                <a:solidFill>
                  <a:schemeClr val="lt1"/>
                </a:solidFill>
                <a:latin typeface="Arial"/>
                <a:ea typeface="Arial"/>
                <a:cs typeface="Arial"/>
              </a:defRPr>
            </a:lvl2pPr>
            <a:lvl3pPr algn="l">
              <a:defRPr sz="2100" b="1" i="0">
                <a:solidFill>
                  <a:schemeClr val="lt1"/>
                </a:solidFill>
                <a:latin typeface="Arial"/>
                <a:ea typeface="Arial"/>
                <a:cs typeface="Arial"/>
              </a:defRPr>
            </a:lvl3pPr>
            <a:lvl4pPr algn="l">
              <a:defRPr sz="2100" b="1" i="0">
                <a:solidFill>
                  <a:schemeClr val="lt1"/>
                </a:solidFill>
                <a:latin typeface="Arial"/>
                <a:ea typeface="Arial"/>
                <a:cs typeface="Arial"/>
              </a:defRPr>
            </a:lvl4pPr>
            <a:lvl5pPr algn="l">
              <a:defRPr sz="2100" b="1" i="0">
                <a:solidFill>
                  <a:schemeClr val="lt1"/>
                </a:solidFill>
                <a:latin typeface="Arial"/>
                <a:ea typeface="Arial"/>
                <a:cs typeface="Arial"/>
              </a:defRPr>
            </a:lvl5pPr>
            <a:lvl6pPr algn="l">
              <a:defRPr sz="2100" b="1" i="0">
                <a:solidFill>
                  <a:schemeClr val="lt1"/>
                </a:solidFill>
                <a:latin typeface="Arial"/>
                <a:ea typeface="Arial"/>
                <a:cs typeface="Arial"/>
              </a:defRPr>
            </a:lvl6pPr>
            <a:lvl7pPr algn="l">
              <a:defRPr sz="2100" b="1" i="0">
                <a:solidFill>
                  <a:schemeClr val="lt1"/>
                </a:solidFill>
                <a:latin typeface="Arial"/>
                <a:ea typeface="Arial"/>
                <a:cs typeface="Arial"/>
              </a:defRPr>
            </a:lvl7pPr>
            <a:lvl8pPr algn="l">
              <a:defRPr sz="2100" b="1" i="0">
                <a:solidFill>
                  <a:schemeClr val="lt1"/>
                </a:solidFill>
                <a:latin typeface="Arial"/>
                <a:ea typeface="Arial"/>
                <a:cs typeface="Arial"/>
              </a:defRPr>
            </a:lvl8pPr>
            <a:lvl9pPr algn="l">
              <a:defRPr sz="2100" b="1" i="0">
                <a:solidFill>
                  <a:schemeClr val="lt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20000"/>
              </a:lnSpc>
              <a:defRPr sz="2100" b="1" i="0">
                <a:solidFill>
                  <a:schemeClr val="lt1"/>
                </a:solidFill>
                <a:latin typeface="Arial"/>
                <a:ea typeface="Arial"/>
                <a:cs typeface="Arial"/>
              </a:defRPr>
            </a:pPr>
            <a:r>
              <a:rPr sz="2100" b="1" i="0">
                <a:solidFill>
                  <a:schemeClr val="lt1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18" name="field:items.3.label">
            <a:extLst xmlns:a="http://schemas.openxmlformats.org/drawingml/2006/main">
              <a:ext uri="{FF2B5EF4-FFF2-40B4-BE49-F238E27FC236}">
                <a16:creationId xmlns:a16="http://schemas.microsoft.com/office/drawing/2014/main" id="{324B8BC2-D1A6-4D71-82C1-41A523CD1D7D}"/>
              </a:ext>
            </a:extLst>
          </p:cNvPr>
          <p:cNvSpPr>
            <a:spLocks xmlns:a="http://schemas.openxmlformats.org/drawingml/2006/main" noGrp="1"/>
          </p:cNvSpPr>
          <p:nvPr>
            <p:ph type="body" idx="8"/>
          </p:nvPr>
        </p:nvSpPr>
        <p:spPr>
          <a:xfrm xmlns:a="http://schemas.openxmlformats.org/drawingml/2006/main">
            <a:off x="8953500" y="3429000"/>
            <a:ext cx="25146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100" b="1" i="0">
                <a:solidFill>
                  <a:schemeClr val="dk2"/>
                </a:solidFill>
                <a:latin typeface="Arial"/>
                <a:ea typeface="Arial"/>
                <a:cs typeface="Arial"/>
              </a:defRPr>
            </a:defPPr>
            <a:lvl1pPr algn="l">
              <a:defRPr sz="2100" b="1" i="0">
                <a:solidFill>
                  <a:schemeClr val="dk2"/>
                </a:solidFill>
                <a:latin typeface="Arial"/>
                <a:ea typeface="Arial"/>
                <a:cs typeface="Arial"/>
              </a:defRPr>
            </a:lvl1pPr>
            <a:lvl2pPr algn="l">
              <a:defRPr sz="2100" b="1" i="0">
                <a:solidFill>
                  <a:schemeClr val="dk2"/>
                </a:solidFill>
                <a:latin typeface="Arial"/>
                <a:ea typeface="Arial"/>
                <a:cs typeface="Arial"/>
              </a:defRPr>
            </a:lvl2pPr>
            <a:lvl3pPr algn="l">
              <a:defRPr sz="2100" b="1" i="0">
                <a:solidFill>
                  <a:schemeClr val="dk2"/>
                </a:solidFill>
                <a:latin typeface="Arial"/>
                <a:ea typeface="Arial"/>
                <a:cs typeface="Arial"/>
              </a:defRPr>
            </a:lvl3pPr>
            <a:lvl4pPr algn="l">
              <a:defRPr sz="2100" b="1" i="0">
                <a:solidFill>
                  <a:schemeClr val="dk2"/>
                </a:solidFill>
                <a:latin typeface="Arial"/>
                <a:ea typeface="Arial"/>
                <a:cs typeface="Arial"/>
              </a:defRPr>
            </a:lvl4pPr>
            <a:lvl5pPr algn="l">
              <a:defRPr sz="2100" b="1" i="0">
                <a:solidFill>
                  <a:schemeClr val="dk2"/>
                </a:solidFill>
                <a:latin typeface="Arial"/>
                <a:ea typeface="Arial"/>
                <a:cs typeface="Arial"/>
              </a:defRPr>
            </a:lvl5pPr>
            <a:lvl6pPr algn="l">
              <a:defRPr sz="2100" b="1" i="0">
                <a:solidFill>
                  <a:schemeClr val="dk2"/>
                </a:solidFill>
                <a:latin typeface="Arial"/>
                <a:ea typeface="Arial"/>
                <a:cs typeface="Arial"/>
              </a:defRPr>
            </a:lvl6pPr>
            <a:lvl7pPr algn="l">
              <a:defRPr sz="2100" b="1" i="0">
                <a:solidFill>
                  <a:schemeClr val="dk2"/>
                </a:solidFill>
                <a:latin typeface="Arial"/>
                <a:ea typeface="Arial"/>
                <a:cs typeface="Arial"/>
              </a:defRPr>
            </a:lvl7pPr>
            <a:lvl8pPr algn="l">
              <a:defRPr sz="2100" b="1" i="0">
                <a:solidFill>
                  <a:schemeClr val="dk2"/>
                </a:solidFill>
                <a:latin typeface="Arial"/>
                <a:ea typeface="Arial"/>
                <a:cs typeface="Arial"/>
              </a:defRPr>
            </a:lvl8pPr>
            <a:lvl9pPr algn="l">
              <a:defRPr sz="2100" b="1" i="0">
                <a:solidFill>
                  <a:schemeClr val="dk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20000"/>
              </a:lnSpc>
              <a:buNone/>
              <a:defRPr sz="2100" b="1" i="0">
                <a:solidFill>
                  <a:schemeClr val="dk2"/>
                </a:solidFill>
                <a:latin typeface="Arial"/>
                <a:ea typeface="Arial"/>
                <a:cs typeface="Arial"/>
              </a:defRPr>
            </a:pPr>
            <a:r>
              <a:rPr sz="2100" b="1" i="0">
                <a:solidFill>
                  <a:schemeClr val="dk2"/>
                </a:solidFill>
                <a:latin typeface="Arial"/>
                <a:ea typeface="Arial"/>
                <a:cs typeface="Arial"/>
              </a:rPr>
              <a:t>Item 4</a:t>
            </a:r>
          </a:p>
        </p:txBody>
      </p:sp>
      <p:sp>
        <p:nvSpPr>
          <p:cNvPr id="19" name="field:items.3.text">
            <a:extLst xmlns:a="http://schemas.openxmlformats.org/drawingml/2006/main">
              <a:ext uri="{FF2B5EF4-FFF2-40B4-BE49-F238E27FC236}">
                <a16:creationId xmlns:a16="http://schemas.microsoft.com/office/drawing/2014/main" id="{E41266AA-2AB4-4154-89F0-2CB80FE06B31}"/>
              </a:ext>
            </a:extLst>
          </p:cNvPr>
          <p:cNvSpPr>
            <a:spLocks xmlns:a="http://schemas.openxmlformats.org/drawingml/2006/main" noGrp="1"/>
          </p:cNvSpPr>
          <p:nvPr>
            <p:ph type="body" idx="9"/>
          </p:nvPr>
        </p:nvSpPr>
        <p:spPr>
          <a:xfrm xmlns:a="http://schemas.openxmlformats.org/drawingml/2006/main">
            <a:off x="8953500" y="4229100"/>
            <a:ext cx="2514600" cy="1771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800" b="0" i="0">
                <a:solidFill>
                  <a:schemeClr val="dk2"/>
                </a:solidFill>
                <a:latin typeface="Arial"/>
                <a:ea typeface="Arial"/>
                <a:cs typeface="Arial"/>
              </a:defRPr>
            </a:defPPr>
            <a:lvl1pPr algn="l">
              <a:defRPr sz="1800" b="0" i="0">
                <a:solidFill>
                  <a:schemeClr val="dk2"/>
                </a:solidFill>
                <a:latin typeface="Arial"/>
                <a:ea typeface="Arial"/>
                <a:cs typeface="Arial"/>
              </a:defRPr>
            </a:lvl1pPr>
            <a:lvl2pPr algn="l">
              <a:defRPr sz="1800" b="0" i="0">
                <a:solidFill>
                  <a:schemeClr val="dk2"/>
                </a:solidFill>
                <a:latin typeface="Arial"/>
                <a:ea typeface="Arial"/>
                <a:cs typeface="Arial"/>
              </a:defRPr>
            </a:lvl2pPr>
            <a:lvl3pPr algn="l">
              <a:defRPr sz="1800" b="0" i="0">
                <a:solidFill>
                  <a:schemeClr val="dk2"/>
                </a:solidFill>
                <a:latin typeface="Arial"/>
                <a:ea typeface="Arial"/>
                <a:cs typeface="Arial"/>
              </a:defRPr>
            </a:lvl3pPr>
            <a:lvl4pPr algn="l">
              <a:defRPr sz="1800" b="0" i="0">
                <a:solidFill>
                  <a:schemeClr val="dk2"/>
                </a:solidFill>
                <a:latin typeface="Arial"/>
                <a:ea typeface="Arial"/>
                <a:cs typeface="Arial"/>
              </a:defRPr>
            </a:lvl4pPr>
            <a:lvl5pPr algn="l">
              <a:defRPr sz="1800" b="0" i="0">
                <a:solidFill>
                  <a:schemeClr val="dk2"/>
                </a:solidFill>
                <a:latin typeface="Arial"/>
                <a:ea typeface="Arial"/>
                <a:cs typeface="Arial"/>
              </a:defRPr>
            </a:lvl5pPr>
            <a:lvl6pPr algn="l">
              <a:defRPr sz="1800" b="0" i="0">
                <a:solidFill>
                  <a:schemeClr val="dk2"/>
                </a:solidFill>
                <a:latin typeface="Arial"/>
                <a:ea typeface="Arial"/>
                <a:cs typeface="Arial"/>
              </a:defRPr>
            </a:lvl6pPr>
            <a:lvl7pPr algn="l">
              <a:defRPr sz="1800" b="0" i="0">
                <a:solidFill>
                  <a:schemeClr val="dk2"/>
                </a:solidFill>
                <a:latin typeface="Arial"/>
                <a:ea typeface="Arial"/>
                <a:cs typeface="Arial"/>
              </a:defRPr>
            </a:lvl7pPr>
            <a:lvl8pPr algn="l">
              <a:defRPr sz="1800" b="0" i="0">
                <a:solidFill>
                  <a:schemeClr val="dk2"/>
                </a:solidFill>
                <a:latin typeface="Arial"/>
                <a:ea typeface="Arial"/>
                <a:cs typeface="Arial"/>
              </a:defRPr>
            </a:lvl8pPr>
            <a:lvl9pPr algn="l">
              <a:defRPr sz="1800" b="0" i="0">
                <a:solidFill>
                  <a:schemeClr val="dk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20000"/>
              </a:lnSpc>
              <a:buNone/>
              <a:defRPr sz="1800" b="0" i="0">
                <a:solidFill>
                  <a:schemeClr val="dk2"/>
                </a:solidFill>
                <a:latin typeface="Arial"/>
                <a:ea typeface="Arial"/>
                <a:cs typeface="Arial"/>
              </a:defRPr>
            </a:pPr>
            <a:r>
              <a:rPr sz="1800" b="0" i="0">
                <a:solidFill>
                  <a:schemeClr val="dk2"/>
                </a:solidFill>
                <a:latin typeface="Arial"/>
                <a:ea typeface="Arial"/>
                <a:cs typeface="Arial"/>
              </a:rPr>
              <a:t>Supporting detail</a:t>
            </a:r>
          </a:p>
        </p:txBody>
      </p:sp>
    </p:spTree>
  </p:cSld>
  <p:clrMapOvr>
    <a:masterClrMapping/>
  </p:clrMapOvr>
</p:sldLayout>
</file>

<file path=ppt/slideLayouts/slideLayoutPresenton7.xml><?xml version="1.0" encoding="utf-8"?>
<p:sldLayout xmlns:p="http://schemas.openxmlformats.org/presentationml/2006/main" xmlns:a="http://schemas.openxmlformats.org/drawingml/2006/main" xmlns:r="http://schemas.openxmlformats.org/officeDocument/2006/relationships" type="cust" preserve="1">
  <p:cSld name="metrics">
    <p:spTree>
      <p:nvGrpSpPr>
        <p:cNvPr id="1" name=""/>
        <p:cNvGrpSpPr/>
        <p:nvPr/>
      </p:nvGrpSpPr>
      <p:grpSpPr/>
      <p:sp>
        <p:nvSpPr>
          <p:cNvPr id="15" name="field:kicker">
            <a:extLst xmlns:a="http://schemas.openxmlformats.org/drawingml/2006/main">
              <a:ext uri="{FF2B5EF4-FFF2-40B4-BE49-F238E27FC236}">
                <a16:creationId xmlns:a16="http://schemas.microsoft.com/office/drawing/2014/main" id="{9C3DFD17-8D37-45B7-912C-F8F78E09D821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09600" y="323850"/>
            <a:ext cx="1047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500" b="1" i="0">
                <a:solidFill>
                  <a:schemeClr val="accent1"/>
                </a:solidFill>
                <a:latin typeface="Arial"/>
                <a:ea typeface="Arial"/>
                <a:cs typeface="Arial"/>
              </a:defRPr>
            </a:defPPr>
            <a:lvl1pPr algn="l">
              <a:defRPr sz="1500" b="1" i="0">
                <a:solidFill>
                  <a:schemeClr val="accent1"/>
                </a:solidFill>
                <a:latin typeface="Arial"/>
                <a:ea typeface="Arial"/>
                <a:cs typeface="Arial"/>
              </a:defRPr>
            </a:lvl1pPr>
            <a:lvl2pPr algn="l">
              <a:defRPr sz="1500" b="1" i="0">
                <a:solidFill>
                  <a:schemeClr val="accent1"/>
                </a:solidFill>
                <a:latin typeface="Arial"/>
                <a:ea typeface="Arial"/>
                <a:cs typeface="Arial"/>
              </a:defRPr>
            </a:lvl2pPr>
            <a:lvl3pPr algn="l">
              <a:defRPr sz="1500" b="1" i="0">
                <a:solidFill>
                  <a:schemeClr val="accent1"/>
                </a:solidFill>
                <a:latin typeface="Arial"/>
                <a:ea typeface="Arial"/>
                <a:cs typeface="Arial"/>
              </a:defRPr>
            </a:lvl3pPr>
            <a:lvl4pPr algn="l">
              <a:defRPr sz="1500" b="1" i="0">
                <a:solidFill>
                  <a:schemeClr val="accent1"/>
                </a:solidFill>
                <a:latin typeface="Arial"/>
                <a:ea typeface="Arial"/>
                <a:cs typeface="Arial"/>
              </a:defRPr>
            </a:lvl4pPr>
            <a:lvl5pPr algn="l">
              <a:defRPr sz="1500" b="1" i="0">
                <a:solidFill>
                  <a:schemeClr val="accent1"/>
                </a:solidFill>
                <a:latin typeface="Arial"/>
                <a:ea typeface="Arial"/>
                <a:cs typeface="Arial"/>
              </a:defRPr>
            </a:lvl5pPr>
            <a:lvl6pPr algn="l">
              <a:defRPr sz="1500" b="1" i="0">
                <a:solidFill>
                  <a:schemeClr val="accent1"/>
                </a:solidFill>
                <a:latin typeface="Arial"/>
                <a:ea typeface="Arial"/>
                <a:cs typeface="Arial"/>
              </a:defRPr>
            </a:lvl6pPr>
            <a:lvl7pPr algn="l">
              <a:defRPr sz="1500" b="1" i="0">
                <a:solidFill>
                  <a:schemeClr val="accent1"/>
                </a:solidFill>
                <a:latin typeface="Arial"/>
                <a:ea typeface="Arial"/>
                <a:cs typeface="Arial"/>
              </a:defRPr>
            </a:lvl7pPr>
            <a:lvl8pPr algn="l">
              <a:defRPr sz="1500" b="1" i="0">
                <a:solidFill>
                  <a:schemeClr val="accent1"/>
                </a:solidFill>
                <a:latin typeface="Arial"/>
                <a:ea typeface="Arial"/>
                <a:cs typeface="Arial"/>
              </a:defRPr>
            </a:lvl8pPr>
            <a:lvl9pPr algn="l">
              <a:defRPr sz="1500" b="1" i="0">
                <a:solidFill>
                  <a:schemeClr val="accent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20000"/>
              </a:lnSpc>
              <a:buNone/>
              <a:defRPr sz="1500" b="1" i="0">
                <a:solidFill>
                  <a:schemeClr val="accent1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chemeClr val="accent1"/>
                </a:solidFill>
                <a:latin typeface="Arial"/>
                <a:ea typeface="Arial"/>
                <a:cs typeface="Arial"/>
              </a:rPr>
              <a:t>SECTION</a:t>
            </a:r>
          </a:p>
        </p:txBody>
      </p:sp>
      <p:sp>
        <p:nvSpPr>
          <p:cNvPr id="2" name="field:title">
            <a:extLst xmlns:a="http://schemas.openxmlformats.org/drawingml/2006/main">
              <a:ext uri="{FF2B5EF4-FFF2-40B4-BE49-F238E27FC236}">
                <a16:creationId xmlns:a16="http://schemas.microsoft.com/office/drawing/2014/main" id="{181423D8-3C15-489E-BDA9-A4AA34BC04D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09600" y="819150"/>
            <a:ext cx="109728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3300" b="1" i="0">
                <a:solidFill>
                  <a:schemeClr val="dk2"/>
                </a:solidFill>
                <a:latin typeface="Arial"/>
                <a:ea typeface="Arial"/>
                <a:cs typeface="Arial"/>
              </a:defRPr>
            </a:defPPr>
            <a:lvl1pPr algn="l">
              <a:defRPr sz="3300" b="1" i="0">
                <a:solidFill>
                  <a:schemeClr val="dk2"/>
                </a:solidFill>
                <a:latin typeface="Arial"/>
                <a:ea typeface="Arial"/>
                <a:cs typeface="Arial"/>
              </a:defRPr>
            </a:lvl1pPr>
            <a:lvl2pPr algn="l">
              <a:defRPr sz="3300" b="1" i="0">
                <a:solidFill>
                  <a:schemeClr val="dk2"/>
                </a:solidFill>
                <a:latin typeface="Arial"/>
                <a:ea typeface="Arial"/>
                <a:cs typeface="Arial"/>
              </a:defRPr>
            </a:lvl2pPr>
            <a:lvl3pPr algn="l">
              <a:defRPr sz="3300" b="1" i="0">
                <a:solidFill>
                  <a:schemeClr val="dk2"/>
                </a:solidFill>
                <a:latin typeface="Arial"/>
                <a:ea typeface="Arial"/>
                <a:cs typeface="Arial"/>
              </a:defRPr>
            </a:lvl3pPr>
            <a:lvl4pPr algn="l">
              <a:defRPr sz="3300" b="1" i="0">
                <a:solidFill>
                  <a:schemeClr val="dk2"/>
                </a:solidFill>
                <a:latin typeface="Arial"/>
                <a:ea typeface="Arial"/>
                <a:cs typeface="Arial"/>
              </a:defRPr>
            </a:lvl4pPr>
            <a:lvl5pPr algn="l">
              <a:defRPr sz="3300" b="1" i="0">
                <a:solidFill>
                  <a:schemeClr val="dk2"/>
                </a:solidFill>
                <a:latin typeface="Arial"/>
                <a:ea typeface="Arial"/>
                <a:cs typeface="Arial"/>
              </a:defRPr>
            </a:lvl5pPr>
            <a:lvl6pPr algn="l">
              <a:defRPr sz="3300" b="1" i="0">
                <a:solidFill>
                  <a:schemeClr val="dk2"/>
                </a:solidFill>
                <a:latin typeface="Arial"/>
                <a:ea typeface="Arial"/>
                <a:cs typeface="Arial"/>
              </a:defRPr>
            </a:lvl6pPr>
            <a:lvl7pPr algn="l">
              <a:defRPr sz="3300" b="1" i="0">
                <a:solidFill>
                  <a:schemeClr val="dk2"/>
                </a:solidFill>
                <a:latin typeface="Arial"/>
                <a:ea typeface="Arial"/>
                <a:cs typeface="Arial"/>
              </a:defRPr>
            </a:lvl7pPr>
            <a:lvl8pPr algn="l">
              <a:defRPr sz="3300" b="1" i="0">
                <a:solidFill>
                  <a:schemeClr val="dk2"/>
                </a:solidFill>
                <a:latin typeface="Arial"/>
                <a:ea typeface="Arial"/>
                <a:cs typeface="Arial"/>
              </a:defRPr>
            </a:lvl8pPr>
            <a:lvl9pPr algn="l">
              <a:defRPr sz="3300" b="1" i="0">
                <a:solidFill>
                  <a:schemeClr val="dk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20000"/>
              </a:lnSpc>
              <a:buNone/>
              <a:defRPr sz="3300" b="1" i="0">
                <a:solidFill>
                  <a:schemeClr val="dk2"/>
                </a:solidFill>
                <a:latin typeface="Arial"/>
                <a:ea typeface="Arial"/>
                <a:cs typeface="Arial"/>
              </a:defRPr>
            </a:pPr>
            <a:r>
              <a:rPr sz="3300" b="1" i="0">
                <a:solidFill>
                  <a:schemeClr val="dk2"/>
                </a:solidFill>
                <a:latin typeface="Arial"/>
                <a:ea typeface="Arial"/>
                <a:cs typeface="Arial"/>
              </a:rPr>
              <a:t>Three key metrics</a:t>
            </a:r>
          </a:p>
        </p:txBody>
      </p:sp>
      <p:sp>
        <p:nvSpPr>
          <p:cNvPr id="3" name="design:2">
            <a:extLst xmlns:a="http://schemas.openxmlformats.org/drawingml/2006/main">
              <a:ext uri="{FF2B5EF4-FFF2-40B4-BE49-F238E27FC236}">
                <a16:creationId xmlns:a16="http://schemas.microsoft.com/office/drawing/2014/main" id="{CF346AD5-11FE-4545-B6C3-C0188DCBCA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90750"/>
            <a:ext cx="3467100" cy="3905250"/>
          </a:xfrm>
          <a:prstGeom xmlns:a="http://schemas.openxmlformats.org/drawingml/2006/main" prst="roundRect">
            <a:avLst>
              <a:gd name="adj" fmla="val 2198"/>
            </a:avLst>
          </a:prstGeom>
          <a:solidFill xmlns:a="http://schemas.openxmlformats.org/drawingml/2006/main">
            <a:schemeClr val="lt2"/>
          </a:solidFill>
          <a:ln xmlns:a="http://schemas.openxmlformats.org/drawingml/2006/main" w="0">
            <a:noFill/>
          </a:ln>
        </p:spPr>
      </p:sp>
      <p:sp>
        <p:nvSpPr>
          <p:cNvPr id="4" name="field:items.0.value">
            <a:extLst xmlns:a="http://schemas.openxmlformats.org/drawingml/2006/main">
              <a:ext uri="{FF2B5EF4-FFF2-40B4-BE49-F238E27FC236}">
                <a16:creationId xmlns:a16="http://schemas.microsoft.com/office/drawing/2014/main" id="{42B68F36-5452-4BCD-BD07-A6865AA9CD42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38200" y="2571750"/>
            <a:ext cx="30099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4800" b="1" i="0">
                <a:solidFill>
                  <a:schemeClr val="accent1"/>
                </a:solidFill>
                <a:latin typeface="Arial"/>
                <a:ea typeface="Arial"/>
                <a:cs typeface="Arial"/>
              </a:defRPr>
            </a:defPPr>
            <a:lvl1pPr algn="l">
              <a:defRPr sz="4800" b="1" i="0">
                <a:solidFill>
                  <a:schemeClr val="accent1"/>
                </a:solidFill>
                <a:latin typeface="Arial"/>
                <a:ea typeface="Arial"/>
                <a:cs typeface="Arial"/>
              </a:defRPr>
            </a:lvl1pPr>
            <a:lvl2pPr algn="l">
              <a:defRPr sz="4800" b="1" i="0">
                <a:solidFill>
                  <a:schemeClr val="accent1"/>
                </a:solidFill>
                <a:latin typeface="Arial"/>
                <a:ea typeface="Arial"/>
                <a:cs typeface="Arial"/>
              </a:defRPr>
            </a:lvl2pPr>
            <a:lvl3pPr algn="l">
              <a:defRPr sz="4800" b="1" i="0">
                <a:solidFill>
                  <a:schemeClr val="accent1"/>
                </a:solidFill>
                <a:latin typeface="Arial"/>
                <a:ea typeface="Arial"/>
                <a:cs typeface="Arial"/>
              </a:defRPr>
            </a:lvl3pPr>
            <a:lvl4pPr algn="l">
              <a:defRPr sz="4800" b="1" i="0">
                <a:solidFill>
                  <a:schemeClr val="accent1"/>
                </a:solidFill>
                <a:latin typeface="Arial"/>
                <a:ea typeface="Arial"/>
                <a:cs typeface="Arial"/>
              </a:defRPr>
            </a:lvl4pPr>
            <a:lvl5pPr algn="l">
              <a:defRPr sz="4800" b="1" i="0">
                <a:solidFill>
                  <a:schemeClr val="accent1"/>
                </a:solidFill>
                <a:latin typeface="Arial"/>
                <a:ea typeface="Arial"/>
                <a:cs typeface="Arial"/>
              </a:defRPr>
            </a:lvl5pPr>
            <a:lvl6pPr algn="l">
              <a:defRPr sz="4800" b="1" i="0">
                <a:solidFill>
                  <a:schemeClr val="accent1"/>
                </a:solidFill>
                <a:latin typeface="Arial"/>
                <a:ea typeface="Arial"/>
                <a:cs typeface="Arial"/>
              </a:defRPr>
            </a:lvl6pPr>
            <a:lvl7pPr algn="l">
              <a:defRPr sz="4800" b="1" i="0">
                <a:solidFill>
                  <a:schemeClr val="accent1"/>
                </a:solidFill>
                <a:latin typeface="Arial"/>
                <a:ea typeface="Arial"/>
                <a:cs typeface="Arial"/>
              </a:defRPr>
            </a:lvl7pPr>
            <a:lvl8pPr algn="l">
              <a:defRPr sz="4800" b="1" i="0">
                <a:solidFill>
                  <a:schemeClr val="accent1"/>
                </a:solidFill>
                <a:latin typeface="Arial"/>
                <a:ea typeface="Arial"/>
                <a:cs typeface="Arial"/>
              </a:defRPr>
            </a:lvl8pPr>
            <a:lvl9pPr algn="l">
              <a:defRPr sz="4800" b="1" i="0">
                <a:solidFill>
                  <a:schemeClr val="accent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20000"/>
              </a:lnSpc>
              <a:buNone/>
              <a:defRPr sz="4800" b="1" i="0">
                <a:solidFill>
                  <a:schemeClr val="accent1"/>
                </a:solidFill>
                <a:latin typeface="Arial"/>
                <a:ea typeface="Arial"/>
                <a:cs typeface="Arial"/>
              </a:defRPr>
            </a:pPr>
            <a:r>
              <a:rPr sz="4800" b="1" i="0">
                <a:solidFill>
                  <a:schemeClr val="accent1"/>
                </a:solidFill>
                <a:latin typeface="Arial"/>
                <a:ea typeface="Arial"/>
                <a:cs typeface="Arial"/>
              </a:rPr>
              <a:t>42</a:t>
            </a:r>
          </a:p>
        </p:txBody>
      </p:sp>
      <p:sp>
        <p:nvSpPr>
          <p:cNvPr id="5" name="field:items.0.label">
            <a:extLst xmlns:a="http://schemas.openxmlformats.org/drawingml/2006/main">
              <a:ext uri="{FF2B5EF4-FFF2-40B4-BE49-F238E27FC236}">
                <a16:creationId xmlns:a16="http://schemas.microsoft.com/office/drawing/2014/main" id="{C0E3BEDA-A4CF-430F-A7F9-E73FF0486ABA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838200" y="3867150"/>
            <a:ext cx="30099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100" b="1" i="0">
                <a:solidFill>
                  <a:schemeClr val="dk2"/>
                </a:solidFill>
                <a:latin typeface="Arial"/>
                <a:ea typeface="Arial"/>
                <a:cs typeface="Arial"/>
              </a:defRPr>
            </a:defPPr>
            <a:lvl1pPr algn="l">
              <a:defRPr sz="2100" b="1" i="0">
                <a:solidFill>
                  <a:schemeClr val="dk2"/>
                </a:solidFill>
                <a:latin typeface="Arial"/>
                <a:ea typeface="Arial"/>
                <a:cs typeface="Arial"/>
              </a:defRPr>
            </a:lvl1pPr>
            <a:lvl2pPr algn="l">
              <a:defRPr sz="2100" b="1" i="0">
                <a:solidFill>
                  <a:schemeClr val="dk2"/>
                </a:solidFill>
                <a:latin typeface="Arial"/>
                <a:ea typeface="Arial"/>
                <a:cs typeface="Arial"/>
              </a:defRPr>
            </a:lvl2pPr>
            <a:lvl3pPr algn="l">
              <a:defRPr sz="2100" b="1" i="0">
                <a:solidFill>
                  <a:schemeClr val="dk2"/>
                </a:solidFill>
                <a:latin typeface="Arial"/>
                <a:ea typeface="Arial"/>
                <a:cs typeface="Arial"/>
              </a:defRPr>
            </a:lvl3pPr>
            <a:lvl4pPr algn="l">
              <a:defRPr sz="2100" b="1" i="0">
                <a:solidFill>
                  <a:schemeClr val="dk2"/>
                </a:solidFill>
                <a:latin typeface="Arial"/>
                <a:ea typeface="Arial"/>
                <a:cs typeface="Arial"/>
              </a:defRPr>
            </a:lvl4pPr>
            <a:lvl5pPr algn="l">
              <a:defRPr sz="2100" b="1" i="0">
                <a:solidFill>
                  <a:schemeClr val="dk2"/>
                </a:solidFill>
                <a:latin typeface="Arial"/>
                <a:ea typeface="Arial"/>
                <a:cs typeface="Arial"/>
              </a:defRPr>
            </a:lvl5pPr>
            <a:lvl6pPr algn="l">
              <a:defRPr sz="2100" b="1" i="0">
                <a:solidFill>
                  <a:schemeClr val="dk2"/>
                </a:solidFill>
                <a:latin typeface="Arial"/>
                <a:ea typeface="Arial"/>
                <a:cs typeface="Arial"/>
              </a:defRPr>
            </a:lvl6pPr>
            <a:lvl7pPr algn="l">
              <a:defRPr sz="2100" b="1" i="0">
                <a:solidFill>
                  <a:schemeClr val="dk2"/>
                </a:solidFill>
                <a:latin typeface="Arial"/>
                <a:ea typeface="Arial"/>
                <a:cs typeface="Arial"/>
              </a:defRPr>
            </a:lvl7pPr>
            <a:lvl8pPr algn="l">
              <a:defRPr sz="2100" b="1" i="0">
                <a:solidFill>
                  <a:schemeClr val="dk2"/>
                </a:solidFill>
                <a:latin typeface="Arial"/>
                <a:ea typeface="Arial"/>
                <a:cs typeface="Arial"/>
              </a:defRPr>
            </a:lvl8pPr>
            <a:lvl9pPr algn="l">
              <a:defRPr sz="2100" b="1" i="0">
                <a:solidFill>
                  <a:schemeClr val="dk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20000"/>
              </a:lnSpc>
              <a:buNone/>
              <a:defRPr sz="2100" b="1" i="0">
                <a:solidFill>
                  <a:schemeClr val="dk2"/>
                </a:solidFill>
                <a:latin typeface="Arial"/>
                <a:ea typeface="Arial"/>
                <a:cs typeface="Arial"/>
              </a:defRPr>
            </a:pPr>
            <a:r>
              <a:rPr sz="2100" b="1" i="0">
                <a:solidFill>
                  <a:schemeClr val="dk2"/>
                </a:solidFill>
                <a:latin typeface="Arial"/>
                <a:ea typeface="Arial"/>
                <a:cs typeface="Arial"/>
              </a:rPr>
              <a:t>Item 1</a:t>
            </a:r>
          </a:p>
        </p:txBody>
      </p:sp>
      <p:sp>
        <p:nvSpPr>
          <p:cNvPr id="6" name="field:items.0.text">
            <a:extLst xmlns:a="http://schemas.openxmlformats.org/drawingml/2006/main">
              <a:ext uri="{FF2B5EF4-FFF2-40B4-BE49-F238E27FC236}">
                <a16:creationId xmlns:a16="http://schemas.microsoft.com/office/drawing/2014/main" id="{EA65D11C-09B1-4840-90AD-9A04FC88369A}"/>
              </a:ext>
            </a:extLst>
          </p:cNvPr>
          <p:cNvSpPr>
            <a:spLocks xmlns:a="http://schemas.openxmlformats.org/drawingml/2006/main" noGrp="1"/>
          </p:cNvSpPr>
          <p:nvPr>
            <p:ph type="body" idx="4"/>
          </p:nvPr>
        </p:nvSpPr>
        <p:spPr>
          <a:xfrm xmlns:a="http://schemas.openxmlformats.org/drawingml/2006/main">
            <a:off x="838200" y="4667250"/>
            <a:ext cx="30099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800" b="0" i="0">
                <a:solidFill>
                  <a:schemeClr val="dk2"/>
                </a:solidFill>
                <a:latin typeface="Arial"/>
                <a:ea typeface="Arial"/>
                <a:cs typeface="Arial"/>
              </a:defRPr>
            </a:defPPr>
            <a:lvl1pPr algn="l">
              <a:defRPr sz="1800" b="0" i="0">
                <a:solidFill>
                  <a:schemeClr val="dk2"/>
                </a:solidFill>
                <a:latin typeface="Arial"/>
                <a:ea typeface="Arial"/>
                <a:cs typeface="Arial"/>
              </a:defRPr>
            </a:lvl1pPr>
            <a:lvl2pPr algn="l">
              <a:defRPr sz="1800" b="0" i="0">
                <a:solidFill>
                  <a:schemeClr val="dk2"/>
                </a:solidFill>
                <a:latin typeface="Arial"/>
                <a:ea typeface="Arial"/>
                <a:cs typeface="Arial"/>
              </a:defRPr>
            </a:lvl2pPr>
            <a:lvl3pPr algn="l">
              <a:defRPr sz="1800" b="0" i="0">
                <a:solidFill>
                  <a:schemeClr val="dk2"/>
                </a:solidFill>
                <a:latin typeface="Arial"/>
                <a:ea typeface="Arial"/>
                <a:cs typeface="Arial"/>
              </a:defRPr>
            </a:lvl3pPr>
            <a:lvl4pPr algn="l">
              <a:defRPr sz="1800" b="0" i="0">
                <a:solidFill>
                  <a:schemeClr val="dk2"/>
                </a:solidFill>
                <a:latin typeface="Arial"/>
                <a:ea typeface="Arial"/>
                <a:cs typeface="Arial"/>
              </a:defRPr>
            </a:lvl4pPr>
            <a:lvl5pPr algn="l">
              <a:defRPr sz="1800" b="0" i="0">
                <a:solidFill>
                  <a:schemeClr val="dk2"/>
                </a:solidFill>
                <a:latin typeface="Arial"/>
                <a:ea typeface="Arial"/>
                <a:cs typeface="Arial"/>
              </a:defRPr>
            </a:lvl5pPr>
            <a:lvl6pPr algn="l">
              <a:defRPr sz="1800" b="0" i="0">
                <a:solidFill>
                  <a:schemeClr val="dk2"/>
                </a:solidFill>
                <a:latin typeface="Arial"/>
                <a:ea typeface="Arial"/>
                <a:cs typeface="Arial"/>
              </a:defRPr>
            </a:lvl6pPr>
            <a:lvl7pPr algn="l">
              <a:defRPr sz="1800" b="0" i="0">
                <a:solidFill>
                  <a:schemeClr val="dk2"/>
                </a:solidFill>
                <a:latin typeface="Arial"/>
                <a:ea typeface="Arial"/>
                <a:cs typeface="Arial"/>
              </a:defRPr>
            </a:lvl7pPr>
            <a:lvl8pPr algn="l">
              <a:defRPr sz="1800" b="0" i="0">
                <a:solidFill>
                  <a:schemeClr val="dk2"/>
                </a:solidFill>
                <a:latin typeface="Arial"/>
                <a:ea typeface="Arial"/>
                <a:cs typeface="Arial"/>
              </a:defRPr>
            </a:lvl8pPr>
            <a:lvl9pPr algn="l">
              <a:defRPr sz="1800" b="0" i="0">
                <a:solidFill>
                  <a:schemeClr val="dk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20000"/>
              </a:lnSpc>
              <a:buNone/>
              <a:defRPr sz="1800" b="0" i="0">
                <a:solidFill>
                  <a:schemeClr val="dk2"/>
                </a:solidFill>
                <a:latin typeface="Arial"/>
                <a:ea typeface="Arial"/>
                <a:cs typeface="Arial"/>
              </a:defRPr>
            </a:pPr>
            <a:r>
              <a:rPr sz="1800" b="0" i="0">
                <a:solidFill>
                  <a:schemeClr val="dk2"/>
                </a:solidFill>
                <a:latin typeface="Arial"/>
                <a:ea typeface="Arial"/>
                <a:cs typeface="Arial"/>
              </a:rPr>
              <a:t>Supporting detail</a:t>
            </a:r>
          </a:p>
        </p:txBody>
      </p:sp>
      <p:sp>
        <p:nvSpPr>
          <p:cNvPr id="7" name="design:6">
            <a:extLst xmlns:a="http://schemas.openxmlformats.org/drawingml/2006/main">
              <a:ext uri="{FF2B5EF4-FFF2-40B4-BE49-F238E27FC236}">
                <a16:creationId xmlns:a16="http://schemas.microsoft.com/office/drawing/2014/main" id="{A62F81FB-8BA0-4034-B111-F61327375E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2190750"/>
            <a:ext cx="3467100" cy="3905250"/>
          </a:xfrm>
          <a:prstGeom xmlns:a="http://schemas.openxmlformats.org/drawingml/2006/main" prst="roundRect">
            <a:avLst>
              <a:gd name="adj" fmla="val 2198"/>
            </a:avLst>
          </a:prstGeom>
          <a:solidFill xmlns:a="http://schemas.openxmlformats.org/drawingml/2006/main">
            <a:schemeClr val="lt2"/>
          </a:solidFill>
          <a:ln xmlns:a="http://schemas.openxmlformats.org/drawingml/2006/main" w="0">
            <a:noFill/>
          </a:ln>
        </p:spPr>
      </p:sp>
      <p:sp>
        <p:nvSpPr>
          <p:cNvPr id="8" name="field:items.1.value">
            <a:extLst xmlns:a="http://schemas.openxmlformats.org/drawingml/2006/main">
              <a:ext uri="{FF2B5EF4-FFF2-40B4-BE49-F238E27FC236}">
                <a16:creationId xmlns:a16="http://schemas.microsoft.com/office/drawing/2014/main" id="{3138654E-B2AC-45C3-8FB9-F1FD2096B89D}"/>
              </a:ext>
            </a:extLst>
          </p:cNvPr>
          <p:cNvSpPr>
            <a:spLocks xmlns:a="http://schemas.openxmlformats.org/drawingml/2006/main" noGrp="1"/>
          </p:cNvSpPr>
          <p:nvPr>
            <p:ph type="body" idx="5"/>
          </p:nvPr>
        </p:nvSpPr>
        <p:spPr>
          <a:xfrm xmlns:a="http://schemas.openxmlformats.org/drawingml/2006/main">
            <a:off x="4591050" y="2571750"/>
            <a:ext cx="30099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4800" b="1" i="0">
                <a:solidFill>
                  <a:schemeClr val="accent1"/>
                </a:solidFill>
                <a:latin typeface="Arial"/>
                <a:ea typeface="Arial"/>
                <a:cs typeface="Arial"/>
              </a:defRPr>
            </a:defPPr>
            <a:lvl1pPr algn="l">
              <a:defRPr sz="4800" b="1" i="0">
                <a:solidFill>
                  <a:schemeClr val="accent1"/>
                </a:solidFill>
                <a:latin typeface="Arial"/>
                <a:ea typeface="Arial"/>
                <a:cs typeface="Arial"/>
              </a:defRPr>
            </a:lvl1pPr>
            <a:lvl2pPr algn="l">
              <a:defRPr sz="4800" b="1" i="0">
                <a:solidFill>
                  <a:schemeClr val="accent1"/>
                </a:solidFill>
                <a:latin typeface="Arial"/>
                <a:ea typeface="Arial"/>
                <a:cs typeface="Arial"/>
              </a:defRPr>
            </a:lvl2pPr>
            <a:lvl3pPr algn="l">
              <a:defRPr sz="4800" b="1" i="0">
                <a:solidFill>
                  <a:schemeClr val="accent1"/>
                </a:solidFill>
                <a:latin typeface="Arial"/>
                <a:ea typeface="Arial"/>
                <a:cs typeface="Arial"/>
              </a:defRPr>
            </a:lvl3pPr>
            <a:lvl4pPr algn="l">
              <a:defRPr sz="4800" b="1" i="0">
                <a:solidFill>
                  <a:schemeClr val="accent1"/>
                </a:solidFill>
                <a:latin typeface="Arial"/>
                <a:ea typeface="Arial"/>
                <a:cs typeface="Arial"/>
              </a:defRPr>
            </a:lvl4pPr>
            <a:lvl5pPr algn="l">
              <a:defRPr sz="4800" b="1" i="0">
                <a:solidFill>
                  <a:schemeClr val="accent1"/>
                </a:solidFill>
                <a:latin typeface="Arial"/>
                <a:ea typeface="Arial"/>
                <a:cs typeface="Arial"/>
              </a:defRPr>
            </a:lvl5pPr>
            <a:lvl6pPr algn="l">
              <a:defRPr sz="4800" b="1" i="0">
                <a:solidFill>
                  <a:schemeClr val="accent1"/>
                </a:solidFill>
                <a:latin typeface="Arial"/>
                <a:ea typeface="Arial"/>
                <a:cs typeface="Arial"/>
              </a:defRPr>
            </a:lvl6pPr>
            <a:lvl7pPr algn="l">
              <a:defRPr sz="4800" b="1" i="0">
                <a:solidFill>
                  <a:schemeClr val="accent1"/>
                </a:solidFill>
                <a:latin typeface="Arial"/>
                <a:ea typeface="Arial"/>
                <a:cs typeface="Arial"/>
              </a:defRPr>
            </a:lvl7pPr>
            <a:lvl8pPr algn="l">
              <a:defRPr sz="4800" b="1" i="0">
                <a:solidFill>
                  <a:schemeClr val="accent1"/>
                </a:solidFill>
                <a:latin typeface="Arial"/>
                <a:ea typeface="Arial"/>
                <a:cs typeface="Arial"/>
              </a:defRPr>
            </a:lvl8pPr>
            <a:lvl9pPr algn="l">
              <a:defRPr sz="4800" b="1" i="0">
                <a:solidFill>
                  <a:schemeClr val="accent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20000"/>
              </a:lnSpc>
              <a:buNone/>
              <a:defRPr sz="4800" b="1" i="0">
                <a:solidFill>
                  <a:schemeClr val="accent1"/>
                </a:solidFill>
                <a:latin typeface="Arial"/>
                <a:ea typeface="Arial"/>
                <a:cs typeface="Arial"/>
              </a:defRPr>
            </a:pPr>
            <a:r>
              <a:rPr sz="4800" b="1" i="0">
                <a:solidFill>
                  <a:schemeClr val="accent1"/>
                </a:solidFill>
                <a:latin typeface="Arial"/>
                <a:ea typeface="Arial"/>
                <a:cs typeface="Arial"/>
              </a:rPr>
              <a:t>42</a:t>
            </a:r>
          </a:p>
        </p:txBody>
      </p:sp>
      <p:sp>
        <p:nvSpPr>
          <p:cNvPr id="9" name="field:items.1.label">
            <a:extLst xmlns:a="http://schemas.openxmlformats.org/drawingml/2006/main">
              <a:ext uri="{FF2B5EF4-FFF2-40B4-BE49-F238E27FC236}">
                <a16:creationId xmlns:a16="http://schemas.microsoft.com/office/drawing/2014/main" id="{4D42B844-26E6-438D-9401-FAA4183A6B6D}"/>
              </a:ext>
            </a:extLst>
          </p:cNvPr>
          <p:cNvSpPr>
            <a:spLocks xmlns:a="http://schemas.openxmlformats.org/drawingml/2006/main" noGrp="1"/>
          </p:cNvSpPr>
          <p:nvPr>
            <p:ph type="body" idx="6"/>
          </p:nvPr>
        </p:nvSpPr>
        <p:spPr>
          <a:xfrm xmlns:a="http://schemas.openxmlformats.org/drawingml/2006/main">
            <a:off x="4591050" y="3867150"/>
            <a:ext cx="30099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100" b="1" i="0">
                <a:solidFill>
                  <a:schemeClr val="dk2"/>
                </a:solidFill>
                <a:latin typeface="Arial"/>
                <a:ea typeface="Arial"/>
                <a:cs typeface="Arial"/>
              </a:defRPr>
            </a:defPPr>
            <a:lvl1pPr algn="l">
              <a:defRPr sz="2100" b="1" i="0">
                <a:solidFill>
                  <a:schemeClr val="dk2"/>
                </a:solidFill>
                <a:latin typeface="Arial"/>
                <a:ea typeface="Arial"/>
                <a:cs typeface="Arial"/>
              </a:defRPr>
            </a:lvl1pPr>
            <a:lvl2pPr algn="l">
              <a:defRPr sz="2100" b="1" i="0">
                <a:solidFill>
                  <a:schemeClr val="dk2"/>
                </a:solidFill>
                <a:latin typeface="Arial"/>
                <a:ea typeface="Arial"/>
                <a:cs typeface="Arial"/>
              </a:defRPr>
            </a:lvl2pPr>
            <a:lvl3pPr algn="l">
              <a:defRPr sz="2100" b="1" i="0">
                <a:solidFill>
                  <a:schemeClr val="dk2"/>
                </a:solidFill>
                <a:latin typeface="Arial"/>
                <a:ea typeface="Arial"/>
                <a:cs typeface="Arial"/>
              </a:defRPr>
            </a:lvl3pPr>
            <a:lvl4pPr algn="l">
              <a:defRPr sz="2100" b="1" i="0">
                <a:solidFill>
                  <a:schemeClr val="dk2"/>
                </a:solidFill>
                <a:latin typeface="Arial"/>
                <a:ea typeface="Arial"/>
                <a:cs typeface="Arial"/>
              </a:defRPr>
            </a:lvl4pPr>
            <a:lvl5pPr algn="l">
              <a:defRPr sz="2100" b="1" i="0">
                <a:solidFill>
                  <a:schemeClr val="dk2"/>
                </a:solidFill>
                <a:latin typeface="Arial"/>
                <a:ea typeface="Arial"/>
                <a:cs typeface="Arial"/>
              </a:defRPr>
            </a:lvl5pPr>
            <a:lvl6pPr algn="l">
              <a:defRPr sz="2100" b="1" i="0">
                <a:solidFill>
                  <a:schemeClr val="dk2"/>
                </a:solidFill>
                <a:latin typeface="Arial"/>
                <a:ea typeface="Arial"/>
                <a:cs typeface="Arial"/>
              </a:defRPr>
            </a:lvl6pPr>
            <a:lvl7pPr algn="l">
              <a:defRPr sz="2100" b="1" i="0">
                <a:solidFill>
                  <a:schemeClr val="dk2"/>
                </a:solidFill>
                <a:latin typeface="Arial"/>
                <a:ea typeface="Arial"/>
                <a:cs typeface="Arial"/>
              </a:defRPr>
            </a:lvl7pPr>
            <a:lvl8pPr algn="l">
              <a:defRPr sz="2100" b="1" i="0">
                <a:solidFill>
                  <a:schemeClr val="dk2"/>
                </a:solidFill>
                <a:latin typeface="Arial"/>
                <a:ea typeface="Arial"/>
                <a:cs typeface="Arial"/>
              </a:defRPr>
            </a:lvl8pPr>
            <a:lvl9pPr algn="l">
              <a:defRPr sz="2100" b="1" i="0">
                <a:solidFill>
                  <a:schemeClr val="dk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20000"/>
              </a:lnSpc>
              <a:buNone/>
              <a:defRPr sz="2100" b="1" i="0">
                <a:solidFill>
                  <a:schemeClr val="dk2"/>
                </a:solidFill>
                <a:latin typeface="Arial"/>
                <a:ea typeface="Arial"/>
                <a:cs typeface="Arial"/>
              </a:defRPr>
            </a:pPr>
            <a:r>
              <a:rPr sz="2100" b="1" i="0">
                <a:solidFill>
                  <a:schemeClr val="dk2"/>
                </a:solidFill>
                <a:latin typeface="Arial"/>
                <a:ea typeface="Arial"/>
                <a:cs typeface="Arial"/>
              </a:rPr>
              <a:t>Item 2</a:t>
            </a:r>
          </a:p>
        </p:txBody>
      </p:sp>
      <p:sp>
        <p:nvSpPr>
          <p:cNvPr id="10" name="field:items.1.text">
            <a:extLst xmlns:a="http://schemas.openxmlformats.org/drawingml/2006/main">
              <a:ext uri="{FF2B5EF4-FFF2-40B4-BE49-F238E27FC236}">
                <a16:creationId xmlns:a16="http://schemas.microsoft.com/office/drawing/2014/main" id="{2625B9EA-098B-4BC3-9E69-BEAA867DE6E6}"/>
              </a:ext>
            </a:extLst>
          </p:cNvPr>
          <p:cNvSpPr>
            <a:spLocks xmlns:a="http://schemas.openxmlformats.org/drawingml/2006/main" noGrp="1"/>
          </p:cNvSpPr>
          <p:nvPr>
            <p:ph type="body" idx="7"/>
          </p:nvPr>
        </p:nvSpPr>
        <p:spPr>
          <a:xfrm xmlns:a="http://schemas.openxmlformats.org/drawingml/2006/main">
            <a:off x="4591050" y="4667250"/>
            <a:ext cx="30099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800" b="0" i="0">
                <a:solidFill>
                  <a:schemeClr val="dk2"/>
                </a:solidFill>
                <a:latin typeface="Arial"/>
                <a:ea typeface="Arial"/>
                <a:cs typeface="Arial"/>
              </a:defRPr>
            </a:defPPr>
            <a:lvl1pPr algn="l">
              <a:defRPr sz="1800" b="0" i="0">
                <a:solidFill>
                  <a:schemeClr val="dk2"/>
                </a:solidFill>
                <a:latin typeface="Arial"/>
                <a:ea typeface="Arial"/>
                <a:cs typeface="Arial"/>
              </a:defRPr>
            </a:lvl1pPr>
            <a:lvl2pPr algn="l">
              <a:defRPr sz="1800" b="0" i="0">
                <a:solidFill>
                  <a:schemeClr val="dk2"/>
                </a:solidFill>
                <a:latin typeface="Arial"/>
                <a:ea typeface="Arial"/>
                <a:cs typeface="Arial"/>
              </a:defRPr>
            </a:lvl2pPr>
            <a:lvl3pPr algn="l">
              <a:defRPr sz="1800" b="0" i="0">
                <a:solidFill>
                  <a:schemeClr val="dk2"/>
                </a:solidFill>
                <a:latin typeface="Arial"/>
                <a:ea typeface="Arial"/>
                <a:cs typeface="Arial"/>
              </a:defRPr>
            </a:lvl3pPr>
            <a:lvl4pPr algn="l">
              <a:defRPr sz="1800" b="0" i="0">
                <a:solidFill>
                  <a:schemeClr val="dk2"/>
                </a:solidFill>
                <a:latin typeface="Arial"/>
                <a:ea typeface="Arial"/>
                <a:cs typeface="Arial"/>
              </a:defRPr>
            </a:lvl4pPr>
            <a:lvl5pPr algn="l">
              <a:defRPr sz="1800" b="0" i="0">
                <a:solidFill>
                  <a:schemeClr val="dk2"/>
                </a:solidFill>
                <a:latin typeface="Arial"/>
                <a:ea typeface="Arial"/>
                <a:cs typeface="Arial"/>
              </a:defRPr>
            </a:lvl5pPr>
            <a:lvl6pPr algn="l">
              <a:defRPr sz="1800" b="0" i="0">
                <a:solidFill>
                  <a:schemeClr val="dk2"/>
                </a:solidFill>
                <a:latin typeface="Arial"/>
                <a:ea typeface="Arial"/>
                <a:cs typeface="Arial"/>
              </a:defRPr>
            </a:lvl6pPr>
            <a:lvl7pPr algn="l">
              <a:defRPr sz="1800" b="0" i="0">
                <a:solidFill>
                  <a:schemeClr val="dk2"/>
                </a:solidFill>
                <a:latin typeface="Arial"/>
                <a:ea typeface="Arial"/>
                <a:cs typeface="Arial"/>
              </a:defRPr>
            </a:lvl7pPr>
            <a:lvl8pPr algn="l">
              <a:defRPr sz="1800" b="0" i="0">
                <a:solidFill>
                  <a:schemeClr val="dk2"/>
                </a:solidFill>
                <a:latin typeface="Arial"/>
                <a:ea typeface="Arial"/>
                <a:cs typeface="Arial"/>
              </a:defRPr>
            </a:lvl8pPr>
            <a:lvl9pPr algn="l">
              <a:defRPr sz="1800" b="0" i="0">
                <a:solidFill>
                  <a:schemeClr val="dk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20000"/>
              </a:lnSpc>
              <a:buNone/>
              <a:defRPr sz="1800" b="0" i="0">
                <a:solidFill>
                  <a:schemeClr val="dk2"/>
                </a:solidFill>
                <a:latin typeface="Arial"/>
                <a:ea typeface="Arial"/>
                <a:cs typeface="Arial"/>
              </a:defRPr>
            </a:pPr>
            <a:r>
              <a:rPr sz="1800" b="0" i="0">
                <a:solidFill>
                  <a:schemeClr val="dk2"/>
                </a:solidFill>
                <a:latin typeface="Arial"/>
                <a:ea typeface="Arial"/>
                <a:cs typeface="Arial"/>
              </a:rPr>
              <a:t>Supporting detail</a:t>
            </a:r>
          </a:p>
        </p:txBody>
      </p:sp>
      <p:sp>
        <p:nvSpPr>
          <p:cNvPr id="11" name="design:10">
            <a:extLst xmlns:a="http://schemas.openxmlformats.org/drawingml/2006/main">
              <a:ext uri="{FF2B5EF4-FFF2-40B4-BE49-F238E27FC236}">
                <a16:creationId xmlns:a16="http://schemas.microsoft.com/office/drawing/2014/main" id="{831F8D56-AB9B-4AC4-A453-1BB746ABD9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2190750"/>
            <a:ext cx="3467100" cy="3905250"/>
          </a:xfrm>
          <a:prstGeom xmlns:a="http://schemas.openxmlformats.org/drawingml/2006/main" prst="roundRect">
            <a:avLst>
              <a:gd name="adj" fmla="val 2198"/>
            </a:avLst>
          </a:prstGeom>
          <a:solidFill xmlns:a="http://schemas.openxmlformats.org/drawingml/2006/main">
            <a:schemeClr val="lt2"/>
          </a:solidFill>
          <a:ln xmlns:a="http://schemas.openxmlformats.org/drawingml/2006/main" w="0">
            <a:noFill/>
          </a:ln>
        </p:spPr>
      </p:sp>
      <p:sp>
        <p:nvSpPr>
          <p:cNvPr id="12" name="field:items.2.value">
            <a:extLst xmlns:a="http://schemas.openxmlformats.org/drawingml/2006/main">
              <a:ext uri="{FF2B5EF4-FFF2-40B4-BE49-F238E27FC236}">
                <a16:creationId xmlns:a16="http://schemas.microsoft.com/office/drawing/2014/main" id="{9BF05246-4EBE-48D0-992B-8ACF27C855B4}"/>
              </a:ext>
            </a:extLst>
          </p:cNvPr>
          <p:cNvSpPr>
            <a:spLocks xmlns:a="http://schemas.openxmlformats.org/drawingml/2006/main" noGrp="1"/>
          </p:cNvSpPr>
          <p:nvPr>
            <p:ph type="body" idx="8"/>
          </p:nvPr>
        </p:nvSpPr>
        <p:spPr>
          <a:xfrm xmlns:a="http://schemas.openxmlformats.org/drawingml/2006/main">
            <a:off x="8343900" y="2571750"/>
            <a:ext cx="30099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4800" b="1" i="0">
                <a:solidFill>
                  <a:schemeClr val="accent1"/>
                </a:solidFill>
                <a:latin typeface="Arial"/>
                <a:ea typeface="Arial"/>
                <a:cs typeface="Arial"/>
              </a:defRPr>
            </a:defPPr>
            <a:lvl1pPr algn="l">
              <a:defRPr sz="4800" b="1" i="0">
                <a:solidFill>
                  <a:schemeClr val="accent1"/>
                </a:solidFill>
                <a:latin typeface="Arial"/>
                <a:ea typeface="Arial"/>
                <a:cs typeface="Arial"/>
              </a:defRPr>
            </a:lvl1pPr>
            <a:lvl2pPr algn="l">
              <a:defRPr sz="4800" b="1" i="0">
                <a:solidFill>
                  <a:schemeClr val="accent1"/>
                </a:solidFill>
                <a:latin typeface="Arial"/>
                <a:ea typeface="Arial"/>
                <a:cs typeface="Arial"/>
              </a:defRPr>
            </a:lvl2pPr>
            <a:lvl3pPr algn="l">
              <a:defRPr sz="4800" b="1" i="0">
                <a:solidFill>
                  <a:schemeClr val="accent1"/>
                </a:solidFill>
                <a:latin typeface="Arial"/>
                <a:ea typeface="Arial"/>
                <a:cs typeface="Arial"/>
              </a:defRPr>
            </a:lvl3pPr>
            <a:lvl4pPr algn="l">
              <a:defRPr sz="4800" b="1" i="0">
                <a:solidFill>
                  <a:schemeClr val="accent1"/>
                </a:solidFill>
                <a:latin typeface="Arial"/>
                <a:ea typeface="Arial"/>
                <a:cs typeface="Arial"/>
              </a:defRPr>
            </a:lvl4pPr>
            <a:lvl5pPr algn="l">
              <a:defRPr sz="4800" b="1" i="0">
                <a:solidFill>
                  <a:schemeClr val="accent1"/>
                </a:solidFill>
                <a:latin typeface="Arial"/>
                <a:ea typeface="Arial"/>
                <a:cs typeface="Arial"/>
              </a:defRPr>
            </a:lvl5pPr>
            <a:lvl6pPr algn="l">
              <a:defRPr sz="4800" b="1" i="0">
                <a:solidFill>
                  <a:schemeClr val="accent1"/>
                </a:solidFill>
                <a:latin typeface="Arial"/>
                <a:ea typeface="Arial"/>
                <a:cs typeface="Arial"/>
              </a:defRPr>
            </a:lvl6pPr>
            <a:lvl7pPr algn="l">
              <a:defRPr sz="4800" b="1" i="0">
                <a:solidFill>
                  <a:schemeClr val="accent1"/>
                </a:solidFill>
                <a:latin typeface="Arial"/>
                <a:ea typeface="Arial"/>
                <a:cs typeface="Arial"/>
              </a:defRPr>
            </a:lvl7pPr>
            <a:lvl8pPr algn="l">
              <a:defRPr sz="4800" b="1" i="0">
                <a:solidFill>
                  <a:schemeClr val="accent1"/>
                </a:solidFill>
                <a:latin typeface="Arial"/>
                <a:ea typeface="Arial"/>
                <a:cs typeface="Arial"/>
              </a:defRPr>
            </a:lvl8pPr>
            <a:lvl9pPr algn="l">
              <a:defRPr sz="4800" b="1" i="0">
                <a:solidFill>
                  <a:schemeClr val="accent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20000"/>
              </a:lnSpc>
              <a:buNone/>
              <a:defRPr sz="4800" b="1" i="0">
                <a:solidFill>
                  <a:schemeClr val="accent1"/>
                </a:solidFill>
                <a:latin typeface="Arial"/>
                <a:ea typeface="Arial"/>
                <a:cs typeface="Arial"/>
              </a:defRPr>
            </a:pPr>
            <a:r>
              <a:rPr sz="4800" b="1" i="0">
                <a:solidFill>
                  <a:schemeClr val="accent1"/>
                </a:solidFill>
                <a:latin typeface="Arial"/>
                <a:ea typeface="Arial"/>
                <a:cs typeface="Arial"/>
              </a:rPr>
              <a:t>42</a:t>
            </a:r>
          </a:p>
        </p:txBody>
      </p:sp>
      <p:sp>
        <p:nvSpPr>
          <p:cNvPr id="13" name="field:items.2.label">
            <a:extLst xmlns:a="http://schemas.openxmlformats.org/drawingml/2006/main">
              <a:ext uri="{FF2B5EF4-FFF2-40B4-BE49-F238E27FC236}">
                <a16:creationId xmlns:a16="http://schemas.microsoft.com/office/drawing/2014/main" id="{57931A92-8A14-4AC1-B596-A0D3C43C27CE}"/>
              </a:ext>
            </a:extLst>
          </p:cNvPr>
          <p:cNvSpPr>
            <a:spLocks xmlns:a="http://schemas.openxmlformats.org/drawingml/2006/main" noGrp="1"/>
          </p:cNvSpPr>
          <p:nvPr>
            <p:ph type="body" idx="9"/>
          </p:nvPr>
        </p:nvSpPr>
        <p:spPr>
          <a:xfrm xmlns:a="http://schemas.openxmlformats.org/drawingml/2006/main">
            <a:off x="8343900" y="3867150"/>
            <a:ext cx="30099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100" b="1" i="0">
                <a:solidFill>
                  <a:schemeClr val="dk2"/>
                </a:solidFill>
                <a:latin typeface="Arial"/>
                <a:ea typeface="Arial"/>
                <a:cs typeface="Arial"/>
              </a:defRPr>
            </a:defPPr>
            <a:lvl1pPr algn="l">
              <a:defRPr sz="2100" b="1" i="0">
                <a:solidFill>
                  <a:schemeClr val="dk2"/>
                </a:solidFill>
                <a:latin typeface="Arial"/>
                <a:ea typeface="Arial"/>
                <a:cs typeface="Arial"/>
              </a:defRPr>
            </a:lvl1pPr>
            <a:lvl2pPr algn="l">
              <a:defRPr sz="2100" b="1" i="0">
                <a:solidFill>
                  <a:schemeClr val="dk2"/>
                </a:solidFill>
                <a:latin typeface="Arial"/>
                <a:ea typeface="Arial"/>
                <a:cs typeface="Arial"/>
              </a:defRPr>
            </a:lvl2pPr>
            <a:lvl3pPr algn="l">
              <a:defRPr sz="2100" b="1" i="0">
                <a:solidFill>
                  <a:schemeClr val="dk2"/>
                </a:solidFill>
                <a:latin typeface="Arial"/>
                <a:ea typeface="Arial"/>
                <a:cs typeface="Arial"/>
              </a:defRPr>
            </a:lvl3pPr>
            <a:lvl4pPr algn="l">
              <a:defRPr sz="2100" b="1" i="0">
                <a:solidFill>
                  <a:schemeClr val="dk2"/>
                </a:solidFill>
                <a:latin typeface="Arial"/>
                <a:ea typeface="Arial"/>
                <a:cs typeface="Arial"/>
              </a:defRPr>
            </a:lvl4pPr>
            <a:lvl5pPr algn="l">
              <a:defRPr sz="2100" b="1" i="0">
                <a:solidFill>
                  <a:schemeClr val="dk2"/>
                </a:solidFill>
                <a:latin typeface="Arial"/>
                <a:ea typeface="Arial"/>
                <a:cs typeface="Arial"/>
              </a:defRPr>
            </a:lvl5pPr>
            <a:lvl6pPr algn="l">
              <a:defRPr sz="2100" b="1" i="0">
                <a:solidFill>
                  <a:schemeClr val="dk2"/>
                </a:solidFill>
                <a:latin typeface="Arial"/>
                <a:ea typeface="Arial"/>
                <a:cs typeface="Arial"/>
              </a:defRPr>
            </a:lvl6pPr>
            <a:lvl7pPr algn="l">
              <a:defRPr sz="2100" b="1" i="0">
                <a:solidFill>
                  <a:schemeClr val="dk2"/>
                </a:solidFill>
                <a:latin typeface="Arial"/>
                <a:ea typeface="Arial"/>
                <a:cs typeface="Arial"/>
              </a:defRPr>
            </a:lvl7pPr>
            <a:lvl8pPr algn="l">
              <a:defRPr sz="2100" b="1" i="0">
                <a:solidFill>
                  <a:schemeClr val="dk2"/>
                </a:solidFill>
                <a:latin typeface="Arial"/>
                <a:ea typeface="Arial"/>
                <a:cs typeface="Arial"/>
              </a:defRPr>
            </a:lvl8pPr>
            <a:lvl9pPr algn="l">
              <a:defRPr sz="2100" b="1" i="0">
                <a:solidFill>
                  <a:schemeClr val="dk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20000"/>
              </a:lnSpc>
              <a:buNone/>
              <a:defRPr sz="2100" b="1" i="0">
                <a:solidFill>
                  <a:schemeClr val="dk2"/>
                </a:solidFill>
                <a:latin typeface="Arial"/>
                <a:ea typeface="Arial"/>
                <a:cs typeface="Arial"/>
              </a:defRPr>
            </a:pPr>
            <a:r>
              <a:rPr sz="2100" b="1" i="0">
                <a:solidFill>
                  <a:schemeClr val="dk2"/>
                </a:solidFill>
                <a:latin typeface="Arial"/>
                <a:ea typeface="Arial"/>
                <a:cs typeface="Arial"/>
              </a:rPr>
              <a:t>Item 3</a:t>
            </a:r>
          </a:p>
        </p:txBody>
      </p:sp>
      <p:sp>
        <p:nvSpPr>
          <p:cNvPr id="14" name="field:items.2.text">
            <a:extLst xmlns:a="http://schemas.openxmlformats.org/drawingml/2006/main">
              <a:ext uri="{FF2B5EF4-FFF2-40B4-BE49-F238E27FC236}">
                <a16:creationId xmlns:a16="http://schemas.microsoft.com/office/drawing/2014/main" id="{A78F5610-BB4D-4356-83D5-58DFC9CE6085}"/>
              </a:ext>
            </a:extLst>
          </p:cNvPr>
          <p:cNvSpPr>
            <a:spLocks xmlns:a="http://schemas.openxmlformats.org/drawingml/2006/main" noGrp="1"/>
          </p:cNvSpPr>
          <p:nvPr>
            <p:ph type="body" idx="10"/>
          </p:nvPr>
        </p:nvSpPr>
        <p:spPr>
          <a:xfrm xmlns:a="http://schemas.openxmlformats.org/drawingml/2006/main">
            <a:off x="8343900" y="4667250"/>
            <a:ext cx="30099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800" b="0" i="0">
                <a:solidFill>
                  <a:schemeClr val="dk2"/>
                </a:solidFill>
                <a:latin typeface="Arial"/>
                <a:ea typeface="Arial"/>
                <a:cs typeface="Arial"/>
              </a:defRPr>
            </a:defPPr>
            <a:lvl1pPr algn="l">
              <a:defRPr sz="1800" b="0" i="0">
                <a:solidFill>
                  <a:schemeClr val="dk2"/>
                </a:solidFill>
                <a:latin typeface="Arial"/>
                <a:ea typeface="Arial"/>
                <a:cs typeface="Arial"/>
              </a:defRPr>
            </a:lvl1pPr>
            <a:lvl2pPr algn="l">
              <a:defRPr sz="1800" b="0" i="0">
                <a:solidFill>
                  <a:schemeClr val="dk2"/>
                </a:solidFill>
                <a:latin typeface="Arial"/>
                <a:ea typeface="Arial"/>
                <a:cs typeface="Arial"/>
              </a:defRPr>
            </a:lvl2pPr>
            <a:lvl3pPr algn="l">
              <a:defRPr sz="1800" b="0" i="0">
                <a:solidFill>
                  <a:schemeClr val="dk2"/>
                </a:solidFill>
                <a:latin typeface="Arial"/>
                <a:ea typeface="Arial"/>
                <a:cs typeface="Arial"/>
              </a:defRPr>
            </a:lvl3pPr>
            <a:lvl4pPr algn="l">
              <a:defRPr sz="1800" b="0" i="0">
                <a:solidFill>
                  <a:schemeClr val="dk2"/>
                </a:solidFill>
                <a:latin typeface="Arial"/>
                <a:ea typeface="Arial"/>
                <a:cs typeface="Arial"/>
              </a:defRPr>
            </a:lvl4pPr>
            <a:lvl5pPr algn="l">
              <a:defRPr sz="1800" b="0" i="0">
                <a:solidFill>
                  <a:schemeClr val="dk2"/>
                </a:solidFill>
                <a:latin typeface="Arial"/>
                <a:ea typeface="Arial"/>
                <a:cs typeface="Arial"/>
              </a:defRPr>
            </a:lvl5pPr>
            <a:lvl6pPr algn="l">
              <a:defRPr sz="1800" b="0" i="0">
                <a:solidFill>
                  <a:schemeClr val="dk2"/>
                </a:solidFill>
                <a:latin typeface="Arial"/>
                <a:ea typeface="Arial"/>
                <a:cs typeface="Arial"/>
              </a:defRPr>
            </a:lvl6pPr>
            <a:lvl7pPr algn="l">
              <a:defRPr sz="1800" b="0" i="0">
                <a:solidFill>
                  <a:schemeClr val="dk2"/>
                </a:solidFill>
                <a:latin typeface="Arial"/>
                <a:ea typeface="Arial"/>
                <a:cs typeface="Arial"/>
              </a:defRPr>
            </a:lvl7pPr>
            <a:lvl8pPr algn="l">
              <a:defRPr sz="1800" b="0" i="0">
                <a:solidFill>
                  <a:schemeClr val="dk2"/>
                </a:solidFill>
                <a:latin typeface="Arial"/>
                <a:ea typeface="Arial"/>
                <a:cs typeface="Arial"/>
              </a:defRPr>
            </a:lvl8pPr>
            <a:lvl9pPr algn="l">
              <a:defRPr sz="1800" b="0" i="0">
                <a:solidFill>
                  <a:schemeClr val="dk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20000"/>
              </a:lnSpc>
              <a:buNone/>
              <a:defRPr sz="1800" b="0" i="0">
                <a:solidFill>
                  <a:schemeClr val="dk2"/>
                </a:solidFill>
                <a:latin typeface="Arial"/>
                <a:ea typeface="Arial"/>
                <a:cs typeface="Arial"/>
              </a:defRPr>
            </a:pPr>
            <a:r>
              <a:rPr sz="1800" b="0" i="0">
                <a:solidFill>
                  <a:schemeClr val="dk2"/>
                </a:solidFill>
                <a:latin typeface="Arial"/>
                <a:ea typeface="Arial"/>
                <a:cs typeface="Arial"/>
              </a:rPr>
              <a:t>Supporting detail</a:t>
            </a:r>
          </a:p>
        </p:txBody>
      </p:sp>
    </p:spTree>
  </p:cSld>
  <p:clrMapOvr>
    <a:masterClrMapping/>
  </p:clrMapOvr>
</p:sldLayout>
</file>

<file path=ppt/slideLayouts/slideLayoutPresenton8.xml><?xml version="1.0" encoding="utf-8"?>
<p:sldLayout xmlns:p="http://schemas.openxmlformats.org/presentationml/2006/main" xmlns:a="http://schemas.openxmlformats.org/drawingml/2006/main" xmlns:r="http://schemas.openxmlformats.org/officeDocument/2006/relationships" type="cust" preserve="1">
  <p:cSld name="closing">
    <p:spTree>
      <p:nvGrpSpPr>
        <p:cNvPr id="1" name=""/>
        <p:cNvGrpSpPr/>
        <p:nvPr/>
      </p:nvGrpSpPr>
      <p:grpSpPr/>
      <p:sp>
        <p:nvSpPr>
          <p:cNvPr id="8" name="field:image">
            <a:extLst xmlns:a="http://schemas.openxmlformats.org/drawingml/2006/main">
              <a:ext uri="{FF2B5EF4-FFF2-40B4-BE49-F238E27FC236}">
                <a16:creationId xmlns:a16="http://schemas.microsoft.com/office/drawing/2014/main" id="{7FB602ED-6410-42FA-848D-96D7482197F9}"/>
              </a:ext>
            </a:extLst>
          </p:cNvPr>
          <p:cNvSpPr>
            <a:spLocks xmlns:a="http://schemas.openxmlformats.org/drawingml/2006/main" noGrp="1"/>
          </p:cNvSpPr>
          <p:nvPr>
            <p:ph type="pic" idx="1001"/>
          </p:nvPr>
        </p:nvSpPr>
        <p:spPr>
          <a:xfrm xmlns:a="http://schemas.openxmlformats.org/drawingml/2006/main">
            <a:off x="609600" y="609600"/>
            <a:ext cx="4286250" cy="5448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chemeClr val="accent1">
                <a:tint val="60000"/>
              </a:schemeClr>
            </a:solidFill>
          </a:ln>
        </p:spPr>
        <p:txBody>
          <a:bodyPr xmlns:a="http://schemas.openxmlformats.org/drawingml/2006/main" lIns="38100" tIns="38100" rIns="38100" bIns="38100"/>
          <a:lstStyle xmlns:a="http://schemas.openxmlformats.org/drawingml/2006/main">
            <a:defPPr>
              <a:defRPr sz="1350">
                <a:solidFill>
                  <a:schemeClr val="dk2"/>
                </a:solidFill>
                <a:latin typeface="Arial"/>
                <a:ea typeface="Arial"/>
                <a:cs typeface="Arial"/>
              </a:defRPr>
            </a:defPPr>
            <a:lvl1pPr>
              <a:defRPr sz="1350">
                <a:solidFill>
                  <a:schemeClr val="dk2"/>
                </a:solidFill>
                <a:latin typeface="Arial"/>
                <a:ea typeface="Arial"/>
                <a:cs typeface="Arial"/>
              </a:defRPr>
            </a:lvl1pPr>
            <a:lvl2pPr>
              <a:defRPr sz="1350">
                <a:solidFill>
                  <a:schemeClr val="dk2"/>
                </a:solidFill>
                <a:latin typeface="Arial"/>
                <a:ea typeface="Arial"/>
                <a:cs typeface="Arial"/>
              </a:defRPr>
            </a:lvl2pPr>
            <a:lvl3pPr>
              <a:defRPr sz="1350">
                <a:solidFill>
                  <a:schemeClr val="dk2"/>
                </a:solidFill>
                <a:latin typeface="Arial"/>
                <a:ea typeface="Arial"/>
                <a:cs typeface="Arial"/>
              </a:defRPr>
            </a:lvl3pPr>
            <a:lvl4pPr>
              <a:defRPr sz="1350">
                <a:solidFill>
                  <a:schemeClr val="dk2"/>
                </a:solidFill>
                <a:latin typeface="Arial"/>
                <a:ea typeface="Arial"/>
                <a:cs typeface="Arial"/>
              </a:defRPr>
            </a:lvl4pPr>
            <a:lvl5pPr>
              <a:defRPr sz="1350">
                <a:solidFill>
                  <a:schemeClr val="dk2"/>
                </a:solidFill>
                <a:latin typeface="Arial"/>
                <a:ea typeface="Arial"/>
                <a:cs typeface="Arial"/>
              </a:defRPr>
            </a:lvl5pPr>
            <a:lvl6pPr>
              <a:defRPr sz="1350">
                <a:solidFill>
                  <a:schemeClr val="dk2"/>
                </a:solidFill>
                <a:latin typeface="Arial"/>
                <a:ea typeface="Arial"/>
                <a:cs typeface="Arial"/>
              </a:defRPr>
            </a:lvl6pPr>
            <a:lvl7pPr>
              <a:defRPr sz="1350">
                <a:solidFill>
                  <a:schemeClr val="dk2"/>
                </a:solidFill>
                <a:latin typeface="Arial"/>
                <a:ea typeface="Arial"/>
                <a:cs typeface="Arial"/>
              </a:defRPr>
            </a:lvl7pPr>
            <a:lvl8pPr>
              <a:defRPr sz="1350">
                <a:solidFill>
                  <a:schemeClr val="dk2"/>
                </a:solidFill>
                <a:latin typeface="Arial"/>
                <a:ea typeface="Arial"/>
                <a:cs typeface="Arial"/>
              </a:defRPr>
            </a:lvl8pPr>
            <a:lvl9pPr>
              <a:defRPr sz="1350">
                <a:solidFill>
                  <a:schemeClr val="dk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350">
                <a:solidFill>
                  <a:schemeClr val="dk2"/>
                </a:solidFill>
                <a:latin typeface="Arial"/>
                <a:ea typeface="Arial"/>
                <a:cs typeface="Arial"/>
              </a:defRPr>
            </a:pPr>
            <a:r>
              <a:rPr sz="1350">
                <a:solidFill>
                  <a:schemeClr val="dk2"/>
                </a:solidFill>
                <a:latin typeface="Arial"/>
                <a:ea typeface="Arial"/>
                <a:cs typeface="Arial"/>
              </a:rPr>
              <a:t>Photo placeholder</a:t>
            </a:r>
          </a:p>
        </p:txBody>
      </p:sp>
      <p:sp>
        <p:nvSpPr>
          <p:cNvPr id="2" name="field:kicker">
            <a:extLst xmlns:a="http://schemas.openxmlformats.org/drawingml/2006/main">
              <a:ext uri="{FF2B5EF4-FFF2-40B4-BE49-F238E27FC236}">
                <a16:creationId xmlns:a16="http://schemas.microsoft.com/office/drawing/2014/main" id="{1DB1460A-3910-48DF-917F-0953CA28E496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5429250" y="609600"/>
            <a:ext cx="61531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500" b="1" i="0">
                <a:solidFill>
                  <a:schemeClr val="accent1"/>
                </a:solidFill>
                <a:latin typeface="Arial"/>
                <a:ea typeface="Arial"/>
                <a:cs typeface="Arial"/>
              </a:defRPr>
            </a:defPPr>
            <a:lvl1pPr algn="l">
              <a:defRPr sz="1500" b="1" i="0">
                <a:solidFill>
                  <a:schemeClr val="accent1"/>
                </a:solidFill>
                <a:latin typeface="Arial"/>
                <a:ea typeface="Arial"/>
                <a:cs typeface="Arial"/>
              </a:defRPr>
            </a:lvl1pPr>
            <a:lvl2pPr algn="l">
              <a:defRPr sz="1500" b="1" i="0">
                <a:solidFill>
                  <a:schemeClr val="accent1"/>
                </a:solidFill>
                <a:latin typeface="Arial"/>
                <a:ea typeface="Arial"/>
                <a:cs typeface="Arial"/>
              </a:defRPr>
            </a:lvl2pPr>
            <a:lvl3pPr algn="l">
              <a:defRPr sz="1500" b="1" i="0">
                <a:solidFill>
                  <a:schemeClr val="accent1"/>
                </a:solidFill>
                <a:latin typeface="Arial"/>
                <a:ea typeface="Arial"/>
                <a:cs typeface="Arial"/>
              </a:defRPr>
            </a:lvl3pPr>
            <a:lvl4pPr algn="l">
              <a:defRPr sz="1500" b="1" i="0">
                <a:solidFill>
                  <a:schemeClr val="accent1"/>
                </a:solidFill>
                <a:latin typeface="Arial"/>
                <a:ea typeface="Arial"/>
                <a:cs typeface="Arial"/>
              </a:defRPr>
            </a:lvl4pPr>
            <a:lvl5pPr algn="l">
              <a:defRPr sz="1500" b="1" i="0">
                <a:solidFill>
                  <a:schemeClr val="accent1"/>
                </a:solidFill>
                <a:latin typeface="Arial"/>
                <a:ea typeface="Arial"/>
                <a:cs typeface="Arial"/>
              </a:defRPr>
            </a:lvl5pPr>
            <a:lvl6pPr algn="l">
              <a:defRPr sz="1500" b="1" i="0">
                <a:solidFill>
                  <a:schemeClr val="accent1"/>
                </a:solidFill>
                <a:latin typeface="Arial"/>
                <a:ea typeface="Arial"/>
                <a:cs typeface="Arial"/>
              </a:defRPr>
            </a:lvl6pPr>
            <a:lvl7pPr algn="l">
              <a:defRPr sz="1500" b="1" i="0">
                <a:solidFill>
                  <a:schemeClr val="accent1"/>
                </a:solidFill>
                <a:latin typeface="Arial"/>
                <a:ea typeface="Arial"/>
                <a:cs typeface="Arial"/>
              </a:defRPr>
            </a:lvl7pPr>
            <a:lvl8pPr algn="l">
              <a:defRPr sz="1500" b="1" i="0">
                <a:solidFill>
                  <a:schemeClr val="accent1"/>
                </a:solidFill>
                <a:latin typeface="Arial"/>
                <a:ea typeface="Arial"/>
                <a:cs typeface="Arial"/>
              </a:defRPr>
            </a:lvl8pPr>
            <a:lvl9pPr algn="l">
              <a:defRPr sz="1500" b="1" i="0">
                <a:solidFill>
                  <a:schemeClr val="accent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20000"/>
              </a:lnSpc>
              <a:buNone/>
              <a:defRPr sz="1500" b="1" i="0">
                <a:solidFill>
                  <a:schemeClr val="accent1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chemeClr val="accent1"/>
                </a:solidFill>
                <a:latin typeface="Arial"/>
                <a:ea typeface="Arial"/>
                <a:cs typeface="Arial"/>
              </a:rPr>
              <a:t>SECTION</a:t>
            </a:r>
          </a:p>
        </p:txBody>
      </p:sp>
      <p:sp>
        <p:nvSpPr>
          <p:cNvPr id="3" name="field:title">
            <a:extLst xmlns:a="http://schemas.openxmlformats.org/drawingml/2006/main">
              <a:ext uri="{FF2B5EF4-FFF2-40B4-BE49-F238E27FC236}">
                <a16:creationId xmlns:a16="http://schemas.microsoft.com/office/drawing/2014/main" id="{A34AC207-F9E5-4CAA-8E77-86E3FAE5130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5429250" y="1238250"/>
            <a:ext cx="6153150" cy="1581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3450" b="1" i="0">
                <a:solidFill>
                  <a:schemeClr val="dk2"/>
                </a:solidFill>
                <a:latin typeface="Arial"/>
                <a:ea typeface="Arial"/>
                <a:cs typeface="Arial"/>
              </a:defRPr>
            </a:defPPr>
            <a:lvl1pPr algn="l">
              <a:defRPr sz="3450" b="1" i="0">
                <a:solidFill>
                  <a:schemeClr val="dk2"/>
                </a:solidFill>
                <a:latin typeface="Arial"/>
                <a:ea typeface="Arial"/>
                <a:cs typeface="Arial"/>
              </a:defRPr>
            </a:lvl1pPr>
            <a:lvl2pPr algn="l">
              <a:defRPr sz="3450" b="1" i="0">
                <a:solidFill>
                  <a:schemeClr val="dk2"/>
                </a:solidFill>
                <a:latin typeface="Arial"/>
                <a:ea typeface="Arial"/>
                <a:cs typeface="Arial"/>
              </a:defRPr>
            </a:lvl2pPr>
            <a:lvl3pPr algn="l">
              <a:defRPr sz="3450" b="1" i="0">
                <a:solidFill>
                  <a:schemeClr val="dk2"/>
                </a:solidFill>
                <a:latin typeface="Arial"/>
                <a:ea typeface="Arial"/>
                <a:cs typeface="Arial"/>
              </a:defRPr>
            </a:lvl3pPr>
            <a:lvl4pPr algn="l">
              <a:defRPr sz="3450" b="1" i="0">
                <a:solidFill>
                  <a:schemeClr val="dk2"/>
                </a:solidFill>
                <a:latin typeface="Arial"/>
                <a:ea typeface="Arial"/>
                <a:cs typeface="Arial"/>
              </a:defRPr>
            </a:lvl4pPr>
            <a:lvl5pPr algn="l">
              <a:defRPr sz="3450" b="1" i="0">
                <a:solidFill>
                  <a:schemeClr val="dk2"/>
                </a:solidFill>
                <a:latin typeface="Arial"/>
                <a:ea typeface="Arial"/>
                <a:cs typeface="Arial"/>
              </a:defRPr>
            </a:lvl5pPr>
            <a:lvl6pPr algn="l">
              <a:defRPr sz="3450" b="1" i="0">
                <a:solidFill>
                  <a:schemeClr val="dk2"/>
                </a:solidFill>
                <a:latin typeface="Arial"/>
                <a:ea typeface="Arial"/>
                <a:cs typeface="Arial"/>
              </a:defRPr>
            </a:lvl6pPr>
            <a:lvl7pPr algn="l">
              <a:defRPr sz="3450" b="1" i="0">
                <a:solidFill>
                  <a:schemeClr val="dk2"/>
                </a:solidFill>
                <a:latin typeface="Arial"/>
                <a:ea typeface="Arial"/>
                <a:cs typeface="Arial"/>
              </a:defRPr>
            </a:lvl7pPr>
            <a:lvl8pPr algn="l">
              <a:defRPr sz="3450" b="1" i="0">
                <a:solidFill>
                  <a:schemeClr val="dk2"/>
                </a:solidFill>
                <a:latin typeface="Arial"/>
                <a:ea typeface="Arial"/>
                <a:cs typeface="Arial"/>
              </a:defRPr>
            </a:lvl8pPr>
            <a:lvl9pPr algn="l">
              <a:defRPr sz="3450" b="1" i="0">
                <a:solidFill>
                  <a:schemeClr val="dk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20000"/>
              </a:lnSpc>
              <a:buNone/>
              <a:defRPr sz="3450" b="1" i="0">
                <a:solidFill>
                  <a:schemeClr val="dk2"/>
                </a:solidFill>
                <a:latin typeface="Arial"/>
                <a:ea typeface="Arial"/>
                <a:cs typeface="Arial"/>
              </a:defRPr>
            </a:pPr>
            <a:r>
              <a:rPr sz="3450" b="1" i="0">
                <a:solidFill>
                  <a:schemeClr val="dk2"/>
                </a:solidFill>
                <a:latin typeface="Arial"/>
                <a:ea typeface="Arial"/>
                <a:cs typeface="Arial"/>
              </a:rPr>
              <a:t>Closing with a picture</a:t>
            </a:r>
          </a:p>
        </p:txBody>
      </p:sp>
      <p:sp>
        <p:nvSpPr>
          <p:cNvPr id="4" name="field:subtitle">
            <a:extLst xmlns:a="http://schemas.openxmlformats.org/drawingml/2006/main">
              <a:ext uri="{FF2B5EF4-FFF2-40B4-BE49-F238E27FC236}">
                <a16:creationId xmlns:a16="http://schemas.microsoft.com/office/drawing/2014/main" id="{2596F8EE-D703-47B5-B278-E55A582A6131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5429250" y="3200400"/>
            <a:ext cx="6153150" cy="1485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025" b="0" i="0">
                <a:solidFill>
                  <a:schemeClr val="dk2">
                    <a:lumMod val="75000"/>
                    <a:lumOff val="25000"/>
                  </a:schemeClr>
                </a:solidFill>
                <a:latin typeface="Arial"/>
                <a:ea typeface="Arial"/>
                <a:cs typeface="Arial"/>
              </a:defRPr>
            </a:defPPr>
            <a:lvl1pPr algn="l">
              <a:defRPr sz="2025" b="0" i="0">
                <a:solidFill>
                  <a:schemeClr val="dk2">
                    <a:lumMod val="75000"/>
                    <a:lumOff val="25000"/>
                  </a:schemeClr>
                </a:solidFill>
                <a:latin typeface="Arial"/>
                <a:ea typeface="Arial"/>
                <a:cs typeface="Arial"/>
              </a:defRPr>
            </a:lvl1pPr>
            <a:lvl2pPr algn="l">
              <a:defRPr sz="2025" b="0" i="0">
                <a:solidFill>
                  <a:schemeClr val="dk2">
                    <a:lumMod val="75000"/>
                    <a:lumOff val="25000"/>
                  </a:schemeClr>
                </a:solidFill>
                <a:latin typeface="Arial"/>
                <a:ea typeface="Arial"/>
                <a:cs typeface="Arial"/>
              </a:defRPr>
            </a:lvl2pPr>
            <a:lvl3pPr algn="l">
              <a:defRPr sz="2025" b="0" i="0">
                <a:solidFill>
                  <a:schemeClr val="dk2">
                    <a:lumMod val="75000"/>
                    <a:lumOff val="25000"/>
                  </a:schemeClr>
                </a:solidFill>
                <a:latin typeface="Arial"/>
                <a:ea typeface="Arial"/>
                <a:cs typeface="Arial"/>
              </a:defRPr>
            </a:lvl3pPr>
            <a:lvl4pPr algn="l">
              <a:defRPr sz="2025" b="0" i="0">
                <a:solidFill>
                  <a:schemeClr val="dk2">
                    <a:lumMod val="75000"/>
                    <a:lumOff val="25000"/>
                  </a:schemeClr>
                </a:solidFill>
                <a:latin typeface="Arial"/>
                <a:ea typeface="Arial"/>
                <a:cs typeface="Arial"/>
              </a:defRPr>
            </a:lvl4pPr>
            <a:lvl5pPr algn="l">
              <a:defRPr sz="2025" b="0" i="0">
                <a:solidFill>
                  <a:schemeClr val="dk2">
                    <a:lumMod val="75000"/>
                    <a:lumOff val="25000"/>
                  </a:schemeClr>
                </a:solidFill>
                <a:latin typeface="Arial"/>
                <a:ea typeface="Arial"/>
                <a:cs typeface="Arial"/>
              </a:defRPr>
            </a:lvl5pPr>
            <a:lvl6pPr algn="l">
              <a:defRPr sz="2025" b="0" i="0">
                <a:solidFill>
                  <a:schemeClr val="dk2">
                    <a:lumMod val="75000"/>
                    <a:lumOff val="25000"/>
                  </a:schemeClr>
                </a:solidFill>
                <a:latin typeface="Arial"/>
                <a:ea typeface="Arial"/>
                <a:cs typeface="Arial"/>
              </a:defRPr>
            </a:lvl6pPr>
            <a:lvl7pPr algn="l">
              <a:defRPr sz="2025" b="0" i="0">
                <a:solidFill>
                  <a:schemeClr val="dk2">
                    <a:lumMod val="75000"/>
                    <a:lumOff val="25000"/>
                  </a:schemeClr>
                </a:solidFill>
                <a:latin typeface="Arial"/>
                <a:ea typeface="Arial"/>
                <a:cs typeface="Arial"/>
              </a:defRPr>
            </a:lvl7pPr>
            <a:lvl8pPr algn="l">
              <a:defRPr sz="2025" b="0" i="0">
                <a:solidFill>
                  <a:schemeClr val="dk2">
                    <a:lumMod val="75000"/>
                    <a:lumOff val="25000"/>
                  </a:schemeClr>
                </a:solidFill>
                <a:latin typeface="Arial"/>
                <a:ea typeface="Arial"/>
                <a:cs typeface="Arial"/>
              </a:defRPr>
            </a:lvl8pPr>
            <a:lvl9pPr algn="l">
              <a:defRPr sz="2025" b="0" i="0">
                <a:solidFill>
                  <a:schemeClr val="dk2">
                    <a:lumMod val="75000"/>
                    <a:lumOff val="25000"/>
                  </a:schemeClr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20000"/>
              </a:lnSpc>
              <a:buNone/>
              <a:defRPr sz="2025" b="0" i="0">
                <a:solidFill>
                  <a:schemeClr val="dk2">
                    <a:lumMod val="75000"/>
                    <a:lumOff val="25000"/>
                  </a:schemeClr>
                </a:solidFill>
                <a:latin typeface="Arial"/>
                <a:ea typeface="Arial"/>
                <a:cs typeface="Arial"/>
              </a:defRPr>
            </a:pPr>
            <a:r>
              <a:rPr sz="2025" b="0" i="0">
                <a:solidFill>
                  <a:schemeClr val="dk2">
                    <a:lumMod val="75000"/>
                    <a:lumOff val="25000"/>
                  </a:schemeClr>
                </a:solidFill>
                <a:latin typeface="Arial"/>
                <a:ea typeface="Arial"/>
                <a:cs typeface="Arial"/>
              </a:rPr>
              <a:t>Supporting explanation</a:t>
            </a:r>
          </a:p>
        </p:txBody>
      </p:sp>
      <p:sp>
        <p:nvSpPr>
          <p:cNvPr id="5" name="design:4">
            <a:extLst xmlns:a="http://schemas.openxmlformats.org/drawingml/2006/main">
              <a:ext uri="{FF2B5EF4-FFF2-40B4-BE49-F238E27FC236}">
                <a16:creationId xmlns:a16="http://schemas.microsoft.com/office/drawing/2014/main" id="{700C5B10-78E0-4552-807C-92B580341F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4838700"/>
            <a:ext cx="6153150" cy="12192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chemeClr val="accent1"/>
          </a:solidFill>
          <a:ln xmlns:a="http://schemas.openxmlformats.org/drawingml/2006/main" w="0">
            <a:noFill/>
          </a:ln>
        </p:spPr>
      </p:sp>
      <p:sp>
        <p:nvSpPr>
          <p:cNvPr id="6" name="field:items.0.label">
            <a:extLst xmlns:a="http://schemas.openxmlformats.org/drawingml/2006/main">
              <a:ext uri="{FF2B5EF4-FFF2-40B4-BE49-F238E27FC236}">
                <a16:creationId xmlns:a16="http://schemas.microsoft.com/office/drawing/2014/main" id="{AE340D89-1741-47FF-A43D-FC4B058FCDB2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5657850" y="5010150"/>
            <a:ext cx="56959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950" b="1" i="0">
                <a:solidFill>
                  <a:schemeClr val="lt1"/>
                </a:solidFill>
                <a:latin typeface="Arial"/>
                <a:ea typeface="Arial"/>
                <a:cs typeface="Arial"/>
              </a:defRPr>
            </a:defPPr>
            <a:lvl1pPr algn="l">
              <a:defRPr sz="1950" b="1" i="0">
                <a:solidFill>
                  <a:schemeClr val="lt1"/>
                </a:solidFill>
                <a:latin typeface="Arial"/>
                <a:ea typeface="Arial"/>
                <a:cs typeface="Arial"/>
              </a:defRPr>
            </a:lvl1pPr>
            <a:lvl2pPr algn="l">
              <a:defRPr sz="1950" b="1" i="0">
                <a:solidFill>
                  <a:schemeClr val="lt1"/>
                </a:solidFill>
                <a:latin typeface="Arial"/>
                <a:ea typeface="Arial"/>
                <a:cs typeface="Arial"/>
              </a:defRPr>
            </a:lvl2pPr>
            <a:lvl3pPr algn="l">
              <a:defRPr sz="1950" b="1" i="0">
                <a:solidFill>
                  <a:schemeClr val="lt1"/>
                </a:solidFill>
                <a:latin typeface="Arial"/>
                <a:ea typeface="Arial"/>
                <a:cs typeface="Arial"/>
              </a:defRPr>
            </a:lvl3pPr>
            <a:lvl4pPr algn="l">
              <a:defRPr sz="1950" b="1" i="0">
                <a:solidFill>
                  <a:schemeClr val="lt1"/>
                </a:solidFill>
                <a:latin typeface="Arial"/>
                <a:ea typeface="Arial"/>
                <a:cs typeface="Arial"/>
              </a:defRPr>
            </a:lvl4pPr>
            <a:lvl5pPr algn="l">
              <a:defRPr sz="1950" b="1" i="0">
                <a:solidFill>
                  <a:schemeClr val="lt1"/>
                </a:solidFill>
                <a:latin typeface="Arial"/>
                <a:ea typeface="Arial"/>
                <a:cs typeface="Arial"/>
              </a:defRPr>
            </a:lvl5pPr>
            <a:lvl6pPr algn="l">
              <a:defRPr sz="1950" b="1" i="0">
                <a:solidFill>
                  <a:schemeClr val="lt1"/>
                </a:solidFill>
                <a:latin typeface="Arial"/>
                <a:ea typeface="Arial"/>
                <a:cs typeface="Arial"/>
              </a:defRPr>
            </a:lvl6pPr>
            <a:lvl7pPr algn="l">
              <a:defRPr sz="1950" b="1" i="0">
                <a:solidFill>
                  <a:schemeClr val="lt1"/>
                </a:solidFill>
                <a:latin typeface="Arial"/>
                <a:ea typeface="Arial"/>
                <a:cs typeface="Arial"/>
              </a:defRPr>
            </a:lvl7pPr>
            <a:lvl8pPr algn="l">
              <a:defRPr sz="1950" b="1" i="0">
                <a:solidFill>
                  <a:schemeClr val="lt1"/>
                </a:solidFill>
                <a:latin typeface="Arial"/>
                <a:ea typeface="Arial"/>
                <a:cs typeface="Arial"/>
              </a:defRPr>
            </a:lvl8pPr>
            <a:lvl9pPr algn="l">
              <a:defRPr sz="1950" b="1" i="0">
                <a:solidFill>
                  <a:schemeClr val="lt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20000"/>
              </a:lnSpc>
              <a:buNone/>
              <a:defRPr sz="1950" b="1" i="0">
                <a:solidFill>
                  <a:schemeClr val="lt1"/>
                </a:solidFill>
                <a:latin typeface="Arial"/>
                <a:ea typeface="Arial"/>
                <a:cs typeface="Arial"/>
              </a:defRPr>
            </a:pPr>
            <a:r>
              <a:rPr sz="1950" b="1" i="0">
                <a:solidFill>
                  <a:schemeClr val="lt1"/>
                </a:solidFill>
                <a:latin typeface="Arial"/>
                <a:ea typeface="Arial"/>
                <a:cs typeface="Arial"/>
              </a:rPr>
              <a:t>Item 1</a:t>
            </a:r>
          </a:p>
        </p:txBody>
      </p:sp>
      <p:sp>
        <p:nvSpPr>
          <p:cNvPr id="7" name="field:items.0.text">
            <a:extLst xmlns:a="http://schemas.openxmlformats.org/drawingml/2006/main">
              <a:ext uri="{FF2B5EF4-FFF2-40B4-BE49-F238E27FC236}">
                <a16:creationId xmlns:a16="http://schemas.microsoft.com/office/drawing/2014/main" id="{6BC47AF5-D272-4BC3-BA36-146BCA1BDEFA}"/>
              </a:ext>
            </a:extLst>
          </p:cNvPr>
          <p:cNvSpPr>
            <a:spLocks xmlns:a="http://schemas.openxmlformats.org/drawingml/2006/main" noGrp="1"/>
          </p:cNvSpPr>
          <p:nvPr>
            <p:ph type="body" idx="4"/>
          </p:nvPr>
        </p:nvSpPr>
        <p:spPr>
          <a:xfrm xmlns:a="http://schemas.openxmlformats.org/drawingml/2006/main">
            <a:off x="5657850" y="5467350"/>
            <a:ext cx="56959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500" b="0" i="0">
                <a:solidFill>
                  <a:schemeClr val="lt1"/>
                </a:solidFill>
                <a:latin typeface="Arial"/>
                <a:ea typeface="Arial"/>
                <a:cs typeface="Arial"/>
              </a:defRPr>
            </a:defPPr>
            <a:lvl1pPr algn="l">
              <a:defRPr sz="1500" b="0" i="0">
                <a:solidFill>
                  <a:schemeClr val="lt1"/>
                </a:solidFill>
                <a:latin typeface="Arial"/>
                <a:ea typeface="Arial"/>
                <a:cs typeface="Arial"/>
              </a:defRPr>
            </a:lvl1pPr>
            <a:lvl2pPr algn="l">
              <a:defRPr sz="1500" b="0" i="0">
                <a:solidFill>
                  <a:schemeClr val="lt1"/>
                </a:solidFill>
                <a:latin typeface="Arial"/>
                <a:ea typeface="Arial"/>
                <a:cs typeface="Arial"/>
              </a:defRPr>
            </a:lvl2pPr>
            <a:lvl3pPr algn="l">
              <a:defRPr sz="1500" b="0" i="0">
                <a:solidFill>
                  <a:schemeClr val="lt1"/>
                </a:solidFill>
                <a:latin typeface="Arial"/>
                <a:ea typeface="Arial"/>
                <a:cs typeface="Arial"/>
              </a:defRPr>
            </a:lvl3pPr>
            <a:lvl4pPr algn="l">
              <a:defRPr sz="1500" b="0" i="0">
                <a:solidFill>
                  <a:schemeClr val="lt1"/>
                </a:solidFill>
                <a:latin typeface="Arial"/>
                <a:ea typeface="Arial"/>
                <a:cs typeface="Arial"/>
              </a:defRPr>
            </a:lvl4pPr>
            <a:lvl5pPr algn="l">
              <a:defRPr sz="1500" b="0" i="0">
                <a:solidFill>
                  <a:schemeClr val="lt1"/>
                </a:solidFill>
                <a:latin typeface="Arial"/>
                <a:ea typeface="Arial"/>
                <a:cs typeface="Arial"/>
              </a:defRPr>
            </a:lvl5pPr>
            <a:lvl6pPr algn="l">
              <a:defRPr sz="1500" b="0" i="0">
                <a:solidFill>
                  <a:schemeClr val="lt1"/>
                </a:solidFill>
                <a:latin typeface="Arial"/>
                <a:ea typeface="Arial"/>
                <a:cs typeface="Arial"/>
              </a:defRPr>
            </a:lvl6pPr>
            <a:lvl7pPr algn="l">
              <a:defRPr sz="1500" b="0" i="0">
                <a:solidFill>
                  <a:schemeClr val="lt1"/>
                </a:solidFill>
                <a:latin typeface="Arial"/>
                <a:ea typeface="Arial"/>
                <a:cs typeface="Arial"/>
              </a:defRPr>
            </a:lvl7pPr>
            <a:lvl8pPr algn="l">
              <a:defRPr sz="1500" b="0" i="0">
                <a:solidFill>
                  <a:schemeClr val="lt1"/>
                </a:solidFill>
                <a:latin typeface="Arial"/>
                <a:ea typeface="Arial"/>
                <a:cs typeface="Arial"/>
              </a:defRPr>
            </a:lvl8pPr>
            <a:lvl9pPr algn="l">
              <a:defRPr sz="1500" b="0" i="0">
                <a:solidFill>
                  <a:schemeClr val="lt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20000"/>
              </a:lnSpc>
              <a:buNone/>
              <a:defRPr sz="1500" b="0" i="0">
                <a:solidFill>
                  <a:schemeClr val="lt1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chemeClr val="lt1"/>
                </a:solidFill>
                <a:latin typeface="Arial"/>
                <a:ea typeface="Arial"/>
                <a:cs typeface="Arial"/>
              </a:rPr>
              <a:t>Supporting detail</a:t>
            </a:r>
          </a:p>
        </p:txBody>
      </p:sp>
    </p:spTree>
  </p:cSld>
  <p:clrMapOvr>
    <a:masterClrMapping/>
  </p:clrMapOvr>
</p:sldLayout>
</file>

<file path=ppt/slideLayouts/slideLayoutPresenton9.xml><?xml version="1.0" encoding="utf-8"?>
<p:sldLayout xmlns:p="http://schemas.openxmlformats.org/presentationml/2006/main" xmlns:a="http://schemas.openxmlformats.org/drawingml/2006/main" xmlns:r="http://schemas.openxmlformats.org/officeDocument/2006/relationships" type="cust" preserve="1">
  <p:cSld name="photo-left">
    <p:spTree>
      <p:nvGrpSpPr>
        <p:cNvPr id="1" name=""/>
        <p:cNvGrpSpPr/>
        <p:nvPr/>
      </p:nvGrpSpPr>
      <p:grpSpPr/>
      <p:sp>
        <p:nvSpPr>
          <p:cNvPr id="6" name="field:image">
            <a:extLst xmlns:a="http://schemas.openxmlformats.org/drawingml/2006/main">
              <a:ext uri="{FF2B5EF4-FFF2-40B4-BE49-F238E27FC236}">
                <a16:creationId xmlns:a16="http://schemas.microsoft.com/office/drawing/2014/main" id="{3BD78BC6-6599-4011-AFD1-FB6950187117}"/>
              </a:ext>
            </a:extLst>
          </p:cNvPr>
          <p:cNvSpPr>
            <a:spLocks xmlns:a="http://schemas.openxmlformats.org/drawingml/2006/main" noGrp="1"/>
          </p:cNvSpPr>
          <p:nvPr>
            <p:ph type="pic" idx="1001"/>
          </p:nvPr>
        </p:nvSpPr>
        <p:spPr>
          <a:xfrm xmlns:a="http://schemas.openxmlformats.org/drawingml/2006/main">
            <a:off x="381000" y="381000"/>
            <a:ext cx="4762500" cy="6096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chemeClr val="accent1">
                <a:tint val="60000"/>
              </a:schemeClr>
            </a:solidFill>
          </a:ln>
        </p:spPr>
        <p:txBody>
          <a:bodyPr xmlns:a="http://schemas.openxmlformats.org/drawingml/2006/main" lIns="38100" tIns="38100" rIns="38100" bIns="38100"/>
          <a:lstStyle xmlns:a="http://schemas.openxmlformats.org/drawingml/2006/main">
            <a:defPPr>
              <a:defRPr sz="1350">
                <a:solidFill>
                  <a:schemeClr val="dk2"/>
                </a:solidFill>
                <a:latin typeface="Arial"/>
                <a:ea typeface="Arial"/>
                <a:cs typeface="Arial"/>
              </a:defRPr>
            </a:defPPr>
            <a:lvl1pPr>
              <a:defRPr sz="1350">
                <a:solidFill>
                  <a:schemeClr val="dk2"/>
                </a:solidFill>
                <a:latin typeface="Arial"/>
                <a:ea typeface="Arial"/>
                <a:cs typeface="Arial"/>
              </a:defRPr>
            </a:lvl1pPr>
            <a:lvl2pPr>
              <a:defRPr sz="1350">
                <a:solidFill>
                  <a:schemeClr val="dk2"/>
                </a:solidFill>
                <a:latin typeface="Arial"/>
                <a:ea typeface="Arial"/>
                <a:cs typeface="Arial"/>
              </a:defRPr>
            </a:lvl2pPr>
            <a:lvl3pPr>
              <a:defRPr sz="1350">
                <a:solidFill>
                  <a:schemeClr val="dk2"/>
                </a:solidFill>
                <a:latin typeface="Arial"/>
                <a:ea typeface="Arial"/>
                <a:cs typeface="Arial"/>
              </a:defRPr>
            </a:lvl3pPr>
            <a:lvl4pPr>
              <a:defRPr sz="1350">
                <a:solidFill>
                  <a:schemeClr val="dk2"/>
                </a:solidFill>
                <a:latin typeface="Arial"/>
                <a:ea typeface="Arial"/>
                <a:cs typeface="Arial"/>
              </a:defRPr>
            </a:lvl4pPr>
            <a:lvl5pPr>
              <a:defRPr sz="1350">
                <a:solidFill>
                  <a:schemeClr val="dk2"/>
                </a:solidFill>
                <a:latin typeface="Arial"/>
                <a:ea typeface="Arial"/>
                <a:cs typeface="Arial"/>
              </a:defRPr>
            </a:lvl5pPr>
            <a:lvl6pPr>
              <a:defRPr sz="1350">
                <a:solidFill>
                  <a:schemeClr val="dk2"/>
                </a:solidFill>
                <a:latin typeface="Arial"/>
                <a:ea typeface="Arial"/>
                <a:cs typeface="Arial"/>
              </a:defRPr>
            </a:lvl6pPr>
            <a:lvl7pPr>
              <a:defRPr sz="1350">
                <a:solidFill>
                  <a:schemeClr val="dk2"/>
                </a:solidFill>
                <a:latin typeface="Arial"/>
                <a:ea typeface="Arial"/>
                <a:cs typeface="Arial"/>
              </a:defRPr>
            </a:lvl7pPr>
            <a:lvl8pPr>
              <a:defRPr sz="1350">
                <a:solidFill>
                  <a:schemeClr val="dk2"/>
                </a:solidFill>
                <a:latin typeface="Arial"/>
                <a:ea typeface="Arial"/>
                <a:cs typeface="Arial"/>
              </a:defRPr>
            </a:lvl8pPr>
            <a:lvl9pPr>
              <a:defRPr sz="1350">
                <a:solidFill>
                  <a:schemeClr val="dk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350">
                <a:solidFill>
                  <a:schemeClr val="dk2"/>
                </a:solidFill>
                <a:latin typeface="Arial"/>
                <a:ea typeface="Arial"/>
                <a:cs typeface="Arial"/>
              </a:defRPr>
            </a:pPr>
            <a:r>
              <a:rPr sz="1350">
                <a:solidFill>
                  <a:schemeClr val="dk2"/>
                </a:solidFill>
                <a:latin typeface="Arial"/>
                <a:ea typeface="Arial"/>
                <a:cs typeface="Arial"/>
              </a:rPr>
              <a:t>Photo placeholder</a:t>
            </a:r>
          </a:p>
        </p:txBody>
      </p:sp>
      <p:sp>
        <p:nvSpPr>
          <p:cNvPr id="2" name="design:1">
            <a:extLst xmlns:a="http://schemas.openxmlformats.org/drawingml/2006/main">
              <a:ext uri="{FF2B5EF4-FFF2-40B4-BE49-F238E27FC236}">
                <a16:creationId xmlns:a16="http://schemas.microsoft.com/office/drawing/2014/main" id="{FE88331D-688D-41F3-9F17-512EC3A595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666750"/>
            <a:ext cx="9144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 w="0">
            <a:noFill/>
          </a:ln>
        </p:spPr>
      </p:sp>
      <p:sp>
        <p:nvSpPr>
          <p:cNvPr id="3" name="field:kicker">
            <a:extLst xmlns:a="http://schemas.openxmlformats.org/drawingml/2006/main">
              <a:ext uri="{FF2B5EF4-FFF2-40B4-BE49-F238E27FC236}">
                <a16:creationId xmlns:a16="http://schemas.microsoft.com/office/drawing/2014/main" id="{5B9FAF9E-1152-4FB9-8B80-95B0B0FCECB7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5524500" y="1028700"/>
            <a:ext cx="6057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500" b="1" i="0">
                <a:solidFill>
                  <a:schemeClr val="accent1"/>
                </a:solidFill>
                <a:latin typeface="Arial"/>
                <a:ea typeface="Arial"/>
                <a:cs typeface="Arial"/>
              </a:defRPr>
            </a:defPPr>
            <a:lvl1pPr algn="l">
              <a:defRPr sz="1500" b="1" i="0">
                <a:solidFill>
                  <a:schemeClr val="accent1"/>
                </a:solidFill>
                <a:latin typeface="Arial"/>
                <a:ea typeface="Arial"/>
                <a:cs typeface="Arial"/>
              </a:defRPr>
            </a:lvl1pPr>
            <a:lvl2pPr algn="l">
              <a:defRPr sz="1500" b="1" i="0">
                <a:solidFill>
                  <a:schemeClr val="accent1"/>
                </a:solidFill>
                <a:latin typeface="Arial"/>
                <a:ea typeface="Arial"/>
                <a:cs typeface="Arial"/>
              </a:defRPr>
            </a:lvl2pPr>
            <a:lvl3pPr algn="l">
              <a:defRPr sz="1500" b="1" i="0">
                <a:solidFill>
                  <a:schemeClr val="accent1"/>
                </a:solidFill>
                <a:latin typeface="Arial"/>
                <a:ea typeface="Arial"/>
                <a:cs typeface="Arial"/>
              </a:defRPr>
            </a:lvl3pPr>
            <a:lvl4pPr algn="l">
              <a:defRPr sz="1500" b="1" i="0">
                <a:solidFill>
                  <a:schemeClr val="accent1"/>
                </a:solidFill>
                <a:latin typeface="Arial"/>
                <a:ea typeface="Arial"/>
                <a:cs typeface="Arial"/>
              </a:defRPr>
            </a:lvl4pPr>
            <a:lvl5pPr algn="l">
              <a:defRPr sz="1500" b="1" i="0">
                <a:solidFill>
                  <a:schemeClr val="accent1"/>
                </a:solidFill>
                <a:latin typeface="Arial"/>
                <a:ea typeface="Arial"/>
                <a:cs typeface="Arial"/>
              </a:defRPr>
            </a:lvl5pPr>
            <a:lvl6pPr algn="l">
              <a:defRPr sz="1500" b="1" i="0">
                <a:solidFill>
                  <a:schemeClr val="accent1"/>
                </a:solidFill>
                <a:latin typeface="Arial"/>
                <a:ea typeface="Arial"/>
                <a:cs typeface="Arial"/>
              </a:defRPr>
            </a:lvl6pPr>
            <a:lvl7pPr algn="l">
              <a:defRPr sz="1500" b="1" i="0">
                <a:solidFill>
                  <a:schemeClr val="accent1"/>
                </a:solidFill>
                <a:latin typeface="Arial"/>
                <a:ea typeface="Arial"/>
                <a:cs typeface="Arial"/>
              </a:defRPr>
            </a:lvl7pPr>
            <a:lvl8pPr algn="l">
              <a:defRPr sz="1500" b="1" i="0">
                <a:solidFill>
                  <a:schemeClr val="accent1"/>
                </a:solidFill>
                <a:latin typeface="Arial"/>
                <a:ea typeface="Arial"/>
                <a:cs typeface="Arial"/>
              </a:defRPr>
            </a:lvl8pPr>
            <a:lvl9pPr algn="l">
              <a:defRPr sz="1500" b="1" i="0">
                <a:solidFill>
                  <a:schemeClr val="accent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20000"/>
              </a:lnSpc>
              <a:buNone/>
              <a:defRPr sz="1500" b="1" i="0">
                <a:solidFill>
                  <a:schemeClr val="accent1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chemeClr val="accent1"/>
                </a:solidFill>
                <a:latin typeface="Arial"/>
                <a:ea typeface="Arial"/>
                <a:cs typeface="Arial"/>
              </a:rPr>
              <a:t>SECTION</a:t>
            </a:r>
          </a:p>
        </p:txBody>
      </p:sp>
      <p:sp>
        <p:nvSpPr>
          <p:cNvPr id="4" name="field:title">
            <a:extLst xmlns:a="http://schemas.openxmlformats.org/drawingml/2006/main">
              <a:ext uri="{FF2B5EF4-FFF2-40B4-BE49-F238E27FC236}">
                <a16:creationId xmlns:a16="http://schemas.microsoft.com/office/drawing/2014/main" id="{E7DFFE94-A98D-4DD8-BACA-86EF61445E6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5524500" y="1714500"/>
            <a:ext cx="605790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3600" b="1" i="0">
                <a:solidFill>
                  <a:schemeClr val="dk2"/>
                </a:solidFill>
                <a:latin typeface="Arial"/>
                <a:ea typeface="Arial"/>
                <a:cs typeface="Arial"/>
              </a:defRPr>
            </a:defPPr>
            <a:lvl1pPr algn="l">
              <a:defRPr sz="3600" b="1" i="0">
                <a:solidFill>
                  <a:schemeClr val="dk2"/>
                </a:solidFill>
                <a:latin typeface="Arial"/>
                <a:ea typeface="Arial"/>
                <a:cs typeface="Arial"/>
              </a:defRPr>
            </a:lvl1pPr>
            <a:lvl2pPr algn="l">
              <a:defRPr sz="3600" b="1" i="0">
                <a:solidFill>
                  <a:schemeClr val="dk2"/>
                </a:solidFill>
                <a:latin typeface="Arial"/>
                <a:ea typeface="Arial"/>
                <a:cs typeface="Arial"/>
              </a:defRPr>
            </a:lvl2pPr>
            <a:lvl3pPr algn="l">
              <a:defRPr sz="3600" b="1" i="0">
                <a:solidFill>
                  <a:schemeClr val="dk2"/>
                </a:solidFill>
                <a:latin typeface="Arial"/>
                <a:ea typeface="Arial"/>
                <a:cs typeface="Arial"/>
              </a:defRPr>
            </a:lvl3pPr>
            <a:lvl4pPr algn="l">
              <a:defRPr sz="3600" b="1" i="0">
                <a:solidFill>
                  <a:schemeClr val="dk2"/>
                </a:solidFill>
                <a:latin typeface="Arial"/>
                <a:ea typeface="Arial"/>
                <a:cs typeface="Arial"/>
              </a:defRPr>
            </a:lvl4pPr>
            <a:lvl5pPr algn="l">
              <a:defRPr sz="3600" b="1" i="0">
                <a:solidFill>
                  <a:schemeClr val="dk2"/>
                </a:solidFill>
                <a:latin typeface="Arial"/>
                <a:ea typeface="Arial"/>
                <a:cs typeface="Arial"/>
              </a:defRPr>
            </a:lvl5pPr>
            <a:lvl6pPr algn="l">
              <a:defRPr sz="3600" b="1" i="0">
                <a:solidFill>
                  <a:schemeClr val="dk2"/>
                </a:solidFill>
                <a:latin typeface="Arial"/>
                <a:ea typeface="Arial"/>
                <a:cs typeface="Arial"/>
              </a:defRPr>
            </a:lvl6pPr>
            <a:lvl7pPr algn="l">
              <a:defRPr sz="3600" b="1" i="0">
                <a:solidFill>
                  <a:schemeClr val="dk2"/>
                </a:solidFill>
                <a:latin typeface="Arial"/>
                <a:ea typeface="Arial"/>
                <a:cs typeface="Arial"/>
              </a:defRPr>
            </a:lvl7pPr>
            <a:lvl8pPr algn="l">
              <a:defRPr sz="3600" b="1" i="0">
                <a:solidFill>
                  <a:schemeClr val="dk2"/>
                </a:solidFill>
                <a:latin typeface="Arial"/>
                <a:ea typeface="Arial"/>
                <a:cs typeface="Arial"/>
              </a:defRPr>
            </a:lvl8pPr>
            <a:lvl9pPr algn="l">
              <a:defRPr sz="3600" b="1" i="0">
                <a:solidFill>
                  <a:schemeClr val="dk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20000"/>
              </a:lnSpc>
              <a:buNone/>
              <a:defRPr sz="3600" b="1" i="0">
                <a:solidFill>
                  <a:schemeClr val="dk2"/>
                </a:solidFill>
                <a:latin typeface="Arial"/>
                <a:ea typeface="Arial"/>
                <a:cs typeface="Arial"/>
              </a:defRPr>
            </a:pPr>
            <a:r>
              <a:rPr sz="3600" b="1" i="0">
                <a:solidFill>
                  <a:schemeClr val="dk2"/>
                </a:solidFill>
                <a:latin typeface="Arial"/>
                <a:ea typeface="Arial"/>
                <a:cs typeface="Arial"/>
              </a:rPr>
              <a:t>Photo-led story</a:t>
            </a:r>
          </a:p>
        </p:txBody>
      </p:sp>
      <p:sp>
        <p:nvSpPr>
          <p:cNvPr id="5" name="field:subtitle">
            <a:extLst xmlns:a="http://schemas.openxmlformats.org/drawingml/2006/main">
              <a:ext uri="{FF2B5EF4-FFF2-40B4-BE49-F238E27FC236}">
                <a16:creationId xmlns:a16="http://schemas.microsoft.com/office/drawing/2014/main" id="{9585E058-0CFF-4F93-94AB-3E1BB17C3997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5524500" y="4095750"/>
            <a:ext cx="60579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025" b="0" i="0">
                <a:solidFill>
                  <a:schemeClr val="dk2">
                    <a:lumMod val="75000"/>
                    <a:lumOff val="25000"/>
                  </a:schemeClr>
                </a:solidFill>
                <a:latin typeface="Arial"/>
                <a:ea typeface="Arial"/>
                <a:cs typeface="Arial"/>
              </a:defRPr>
            </a:defPPr>
            <a:lvl1pPr algn="l">
              <a:defRPr sz="2025" b="0" i="0">
                <a:solidFill>
                  <a:schemeClr val="dk2">
                    <a:lumMod val="75000"/>
                    <a:lumOff val="25000"/>
                  </a:schemeClr>
                </a:solidFill>
                <a:latin typeface="Arial"/>
                <a:ea typeface="Arial"/>
                <a:cs typeface="Arial"/>
              </a:defRPr>
            </a:lvl1pPr>
            <a:lvl2pPr algn="l">
              <a:defRPr sz="2025" b="0" i="0">
                <a:solidFill>
                  <a:schemeClr val="dk2">
                    <a:lumMod val="75000"/>
                    <a:lumOff val="25000"/>
                  </a:schemeClr>
                </a:solidFill>
                <a:latin typeface="Arial"/>
                <a:ea typeface="Arial"/>
                <a:cs typeface="Arial"/>
              </a:defRPr>
            </a:lvl2pPr>
            <a:lvl3pPr algn="l">
              <a:defRPr sz="2025" b="0" i="0">
                <a:solidFill>
                  <a:schemeClr val="dk2">
                    <a:lumMod val="75000"/>
                    <a:lumOff val="25000"/>
                  </a:schemeClr>
                </a:solidFill>
                <a:latin typeface="Arial"/>
                <a:ea typeface="Arial"/>
                <a:cs typeface="Arial"/>
              </a:defRPr>
            </a:lvl3pPr>
            <a:lvl4pPr algn="l">
              <a:defRPr sz="2025" b="0" i="0">
                <a:solidFill>
                  <a:schemeClr val="dk2">
                    <a:lumMod val="75000"/>
                    <a:lumOff val="25000"/>
                  </a:schemeClr>
                </a:solidFill>
                <a:latin typeface="Arial"/>
                <a:ea typeface="Arial"/>
                <a:cs typeface="Arial"/>
              </a:defRPr>
            </a:lvl4pPr>
            <a:lvl5pPr algn="l">
              <a:defRPr sz="2025" b="0" i="0">
                <a:solidFill>
                  <a:schemeClr val="dk2">
                    <a:lumMod val="75000"/>
                    <a:lumOff val="25000"/>
                  </a:schemeClr>
                </a:solidFill>
                <a:latin typeface="Arial"/>
                <a:ea typeface="Arial"/>
                <a:cs typeface="Arial"/>
              </a:defRPr>
            </a:lvl5pPr>
            <a:lvl6pPr algn="l">
              <a:defRPr sz="2025" b="0" i="0">
                <a:solidFill>
                  <a:schemeClr val="dk2">
                    <a:lumMod val="75000"/>
                    <a:lumOff val="25000"/>
                  </a:schemeClr>
                </a:solidFill>
                <a:latin typeface="Arial"/>
                <a:ea typeface="Arial"/>
                <a:cs typeface="Arial"/>
              </a:defRPr>
            </a:lvl6pPr>
            <a:lvl7pPr algn="l">
              <a:defRPr sz="2025" b="0" i="0">
                <a:solidFill>
                  <a:schemeClr val="dk2">
                    <a:lumMod val="75000"/>
                    <a:lumOff val="25000"/>
                  </a:schemeClr>
                </a:solidFill>
                <a:latin typeface="Arial"/>
                <a:ea typeface="Arial"/>
                <a:cs typeface="Arial"/>
              </a:defRPr>
            </a:lvl7pPr>
            <a:lvl8pPr algn="l">
              <a:defRPr sz="2025" b="0" i="0">
                <a:solidFill>
                  <a:schemeClr val="dk2">
                    <a:lumMod val="75000"/>
                    <a:lumOff val="25000"/>
                  </a:schemeClr>
                </a:solidFill>
                <a:latin typeface="Arial"/>
                <a:ea typeface="Arial"/>
                <a:cs typeface="Arial"/>
              </a:defRPr>
            </a:lvl8pPr>
            <a:lvl9pPr algn="l">
              <a:defRPr sz="2025" b="0" i="0">
                <a:solidFill>
                  <a:schemeClr val="dk2">
                    <a:lumMod val="75000"/>
                    <a:lumOff val="25000"/>
                  </a:schemeClr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20000"/>
              </a:lnSpc>
              <a:buNone/>
              <a:defRPr sz="2025" b="0" i="0">
                <a:solidFill>
                  <a:schemeClr val="dk2">
                    <a:lumMod val="75000"/>
                    <a:lumOff val="25000"/>
                  </a:schemeClr>
                </a:solidFill>
                <a:latin typeface="Arial"/>
                <a:ea typeface="Arial"/>
                <a:cs typeface="Arial"/>
              </a:defRPr>
            </a:pPr>
            <a:r>
              <a:rPr sz="2025" b="0" i="0">
                <a:solidFill>
                  <a:schemeClr val="dk2">
                    <a:lumMod val="75000"/>
                    <a:lumOff val="25000"/>
                  </a:schemeClr>
                </a:solidFill>
                <a:latin typeface="Arial"/>
                <a:ea typeface="Arial"/>
                <a:cs typeface="Arial"/>
              </a:rPr>
              <a:t>Supporting explanation</a:t>
            </a:r>
          </a:p>
        </p:txBody>
      </p:sp>
    </p:spTree>
  </p:cSld>
  <p:clrMapOvr>
    <a:masterClrMapping/>
  </p:clrMapOvr>
</p:sldLayout>
</file>

<file path=ppt/slideLayouts/slideLayoutPresenton10.xml><?xml version="1.0" encoding="utf-8"?>
<p:sldLayout xmlns:p="http://schemas.openxmlformats.org/presentationml/2006/main" xmlns:a="http://schemas.openxmlformats.org/drawingml/2006/main" xmlns:r="http://schemas.openxmlformats.org/officeDocument/2006/relationships" type="cust" preserve="1">
  <p:cSld name="agenda">
    <p:spTree>
      <p:nvGrpSpPr>
        <p:cNvPr id="1" name=""/>
        <p:cNvGrpSpPr/>
        <p:nvPr/>
      </p:nvGrpSpPr>
      <p:grpSpPr/>
      <p:sp>
        <p:nvSpPr>
          <p:cNvPr id="16" name="design:0">
            <a:extLst xmlns:a="http://schemas.openxmlformats.org/drawingml/2006/main">
              <a:ext uri="{FF2B5EF4-FFF2-40B4-BE49-F238E27FC236}">
                <a16:creationId xmlns:a16="http://schemas.microsoft.com/office/drawing/2014/main" id="{CA4D0608-7397-4F7D-A580-5E7D264D4E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43434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 w="0">
            <a:noFill/>
          </a:ln>
        </p:spPr>
      </p:sp>
      <p:sp>
        <p:nvSpPr>
          <p:cNvPr id="2" name="field:kicker">
            <a:extLst xmlns:a="http://schemas.openxmlformats.org/drawingml/2006/main">
              <a:ext uri="{FF2B5EF4-FFF2-40B4-BE49-F238E27FC236}">
                <a16:creationId xmlns:a16="http://schemas.microsoft.com/office/drawing/2014/main" id="{F14D0591-2BE3-4F93-9D43-4BFDAACD02BD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57200" y="609600"/>
            <a:ext cx="3429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500" b="1" i="0">
                <a:solidFill>
                  <a:schemeClr val="lt1"/>
                </a:solidFill>
                <a:latin typeface="Arial"/>
                <a:ea typeface="Arial"/>
                <a:cs typeface="Arial"/>
              </a:defRPr>
            </a:defPPr>
            <a:lvl1pPr algn="l">
              <a:defRPr sz="1500" b="1" i="0">
                <a:solidFill>
                  <a:schemeClr val="lt1"/>
                </a:solidFill>
                <a:latin typeface="Arial"/>
                <a:ea typeface="Arial"/>
                <a:cs typeface="Arial"/>
              </a:defRPr>
            </a:lvl1pPr>
            <a:lvl2pPr algn="l">
              <a:defRPr sz="1500" b="1" i="0">
                <a:solidFill>
                  <a:schemeClr val="lt1"/>
                </a:solidFill>
                <a:latin typeface="Arial"/>
                <a:ea typeface="Arial"/>
                <a:cs typeface="Arial"/>
              </a:defRPr>
            </a:lvl2pPr>
            <a:lvl3pPr algn="l">
              <a:defRPr sz="1500" b="1" i="0">
                <a:solidFill>
                  <a:schemeClr val="lt1"/>
                </a:solidFill>
                <a:latin typeface="Arial"/>
                <a:ea typeface="Arial"/>
                <a:cs typeface="Arial"/>
              </a:defRPr>
            </a:lvl3pPr>
            <a:lvl4pPr algn="l">
              <a:defRPr sz="1500" b="1" i="0">
                <a:solidFill>
                  <a:schemeClr val="lt1"/>
                </a:solidFill>
                <a:latin typeface="Arial"/>
                <a:ea typeface="Arial"/>
                <a:cs typeface="Arial"/>
              </a:defRPr>
            </a:lvl4pPr>
            <a:lvl5pPr algn="l">
              <a:defRPr sz="1500" b="1" i="0">
                <a:solidFill>
                  <a:schemeClr val="lt1"/>
                </a:solidFill>
                <a:latin typeface="Arial"/>
                <a:ea typeface="Arial"/>
                <a:cs typeface="Arial"/>
              </a:defRPr>
            </a:lvl5pPr>
            <a:lvl6pPr algn="l">
              <a:defRPr sz="1500" b="1" i="0">
                <a:solidFill>
                  <a:schemeClr val="lt1"/>
                </a:solidFill>
                <a:latin typeface="Arial"/>
                <a:ea typeface="Arial"/>
                <a:cs typeface="Arial"/>
              </a:defRPr>
            </a:lvl6pPr>
            <a:lvl7pPr algn="l">
              <a:defRPr sz="1500" b="1" i="0">
                <a:solidFill>
                  <a:schemeClr val="lt1"/>
                </a:solidFill>
                <a:latin typeface="Arial"/>
                <a:ea typeface="Arial"/>
                <a:cs typeface="Arial"/>
              </a:defRPr>
            </a:lvl7pPr>
            <a:lvl8pPr algn="l">
              <a:defRPr sz="1500" b="1" i="0">
                <a:solidFill>
                  <a:schemeClr val="lt1"/>
                </a:solidFill>
                <a:latin typeface="Arial"/>
                <a:ea typeface="Arial"/>
                <a:cs typeface="Arial"/>
              </a:defRPr>
            </a:lvl8pPr>
            <a:lvl9pPr algn="l">
              <a:defRPr sz="1500" b="1" i="0">
                <a:solidFill>
                  <a:schemeClr val="lt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20000"/>
              </a:lnSpc>
              <a:buNone/>
              <a:defRPr sz="1500" b="1" i="0">
                <a:solidFill>
                  <a:schemeClr val="lt1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chemeClr val="lt1"/>
                </a:solidFill>
                <a:latin typeface="Arial"/>
                <a:ea typeface="Arial"/>
                <a:cs typeface="Arial"/>
              </a:rPr>
              <a:t>SECTION</a:t>
            </a:r>
          </a:p>
        </p:txBody>
      </p:sp>
      <p:sp>
        <p:nvSpPr>
          <p:cNvPr id="3" name="field:title">
            <a:extLst xmlns:a="http://schemas.openxmlformats.org/drawingml/2006/main">
              <a:ext uri="{FF2B5EF4-FFF2-40B4-BE49-F238E27FC236}">
                <a16:creationId xmlns:a16="http://schemas.microsoft.com/office/drawing/2014/main" id="{E68AE6F7-3D88-44FB-8934-0390BF869EE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57200" y="1428750"/>
            <a:ext cx="3429000" cy="3429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3450" b="1" i="0">
                <a:solidFill>
                  <a:schemeClr val="lt1"/>
                </a:solidFill>
                <a:latin typeface="Arial"/>
                <a:ea typeface="Arial"/>
                <a:cs typeface="Arial"/>
              </a:defRPr>
            </a:defPPr>
            <a:lvl1pPr algn="l">
              <a:defRPr sz="3450" b="1" i="0">
                <a:solidFill>
                  <a:schemeClr val="lt1"/>
                </a:solidFill>
                <a:latin typeface="Arial"/>
                <a:ea typeface="Arial"/>
                <a:cs typeface="Arial"/>
              </a:defRPr>
            </a:lvl1pPr>
            <a:lvl2pPr algn="l">
              <a:defRPr sz="3450" b="1" i="0">
                <a:solidFill>
                  <a:schemeClr val="lt1"/>
                </a:solidFill>
                <a:latin typeface="Arial"/>
                <a:ea typeface="Arial"/>
                <a:cs typeface="Arial"/>
              </a:defRPr>
            </a:lvl2pPr>
            <a:lvl3pPr algn="l">
              <a:defRPr sz="3450" b="1" i="0">
                <a:solidFill>
                  <a:schemeClr val="lt1"/>
                </a:solidFill>
                <a:latin typeface="Arial"/>
                <a:ea typeface="Arial"/>
                <a:cs typeface="Arial"/>
              </a:defRPr>
            </a:lvl3pPr>
            <a:lvl4pPr algn="l">
              <a:defRPr sz="3450" b="1" i="0">
                <a:solidFill>
                  <a:schemeClr val="lt1"/>
                </a:solidFill>
                <a:latin typeface="Arial"/>
                <a:ea typeface="Arial"/>
                <a:cs typeface="Arial"/>
              </a:defRPr>
            </a:lvl4pPr>
            <a:lvl5pPr algn="l">
              <a:defRPr sz="3450" b="1" i="0">
                <a:solidFill>
                  <a:schemeClr val="lt1"/>
                </a:solidFill>
                <a:latin typeface="Arial"/>
                <a:ea typeface="Arial"/>
                <a:cs typeface="Arial"/>
              </a:defRPr>
            </a:lvl5pPr>
            <a:lvl6pPr algn="l">
              <a:defRPr sz="3450" b="1" i="0">
                <a:solidFill>
                  <a:schemeClr val="lt1"/>
                </a:solidFill>
                <a:latin typeface="Arial"/>
                <a:ea typeface="Arial"/>
                <a:cs typeface="Arial"/>
              </a:defRPr>
            </a:lvl6pPr>
            <a:lvl7pPr algn="l">
              <a:defRPr sz="3450" b="1" i="0">
                <a:solidFill>
                  <a:schemeClr val="lt1"/>
                </a:solidFill>
                <a:latin typeface="Arial"/>
                <a:ea typeface="Arial"/>
                <a:cs typeface="Arial"/>
              </a:defRPr>
            </a:lvl7pPr>
            <a:lvl8pPr algn="l">
              <a:defRPr sz="3450" b="1" i="0">
                <a:solidFill>
                  <a:schemeClr val="lt1"/>
                </a:solidFill>
                <a:latin typeface="Arial"/>
                <a:ea typeface="Arial"/>
                <a:cs typeface="Arial"/>
              </a:defRPr>
            </a:lvl8pPr>
            <a:lvl9pPr algn="l">
              <a:defRPr sz="3450" b="1" i="0">
                <a:solidFill>
                  <a:schemeClr val="lt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20000"/>
              </a:lnSpc>
              <a:buNone/>
              <a:defRPr sz="3450" b="1" i="0">
                <a:solidFill>
                  <a:schemeClr val="lt1"/>
                </a:solidFill>
                <a:latin typeface="Arial"/>
                <a:ea typeface="Arial"/>
                <a:cs typeface="Arial"/>
              </a:defRPr>
            </a:pPr>
            <a:r>
              <a:rPr sz="3450" b="1" i="0">
                <a:solidFill>
                  <a:schemeClr val="lt1"/>
                </a:solidFill>
                <a:latin typeface="Arial"/>
                <a:ea typeface="Arial"/>
                <a:cs typeface="Arial"/>
              </a:rPr>
              <a:t>Three-part agenda</a:t>
            </a:r>
          </a:p>
        </p:txBody>
      </p:sp>
      <p:sp>
        <p:nvSpPr>
          <p:cNvPr id="4" name="design:3">
            <a:extLst xmlns:a="http://schemas.openxmlformats.org/drawingml/2006/main">
              <a:ext uri="{FF2B5EF4-FFF2-40B4-BE49-F238E27FC236}">
                <a16:creationId xmlns:a16="http://schemas.microsoft.com/office/drawing/2014/main" id="{C443726A-46F7-4521-9F62-BC16AD3706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685800"/>
            <a:ext cx="533400" cy="533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chemeClr val="accent2"/>
          </a:solidFill>
          <a:ln xmlns:a="http://schemas.openxmlformats.org/drawingml/2006/main" w="0">
            <a:noFill/>
          </a:ln>
        </p:spPr>
      </p:sp>
      <p:sp>
        <p:nvSpPr>
          <p:cNvPr id="5" name="design:4">
            <a:extLst xmlns:a="http://schemas.openxmlformats.org/drawingml/2006/main">
              <a:ext uri="{FF2B5EF4-FFF2-40B4-BE49-F238E27FC236}">
                <a16:creationId xmlns:a16="http://schemas.microsoft.com/office/drawing/2014/main" id="{DCB80C42-64F0-447A-AC17-D68F5D8E53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5375" y="800100"/>
            <a:ext cx="247650" cy="3219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950" b="0" i="0">
                <a:solidFill>
                  <a:schemeClr val="dk1"/>
                </a:solidFill>
                <a:latin typeface="Arial"/>
                <a:ea typeface="Arial"/>
                <a:cs typeface="Arial"/>
              </a:defRPr>
            </a:defPPr>
            <a:lvl1pPr algn="l">
              <a:defRPr sz="1950" b="0" i="0">
                <a:solidFill>
                  <a:schemeClr val="dk1"/>
                </a:solidFill>
                <a:latin typeface="Arial"/>
                <a:ea typeface="Arial"/>
                <a:cs typeface="Arial"/>
              </a:defRPr>
            </a:lvl1pPr>
            <a:lvl2pPr algn="l">
              <a:defRPr sz="1950" b="0" i="0">
                <a:solidFill>
                  <a:schemeClr val="dk1"/>
                </a:solidFill>
                <a:latin typeface="Arial"/>
                <a:ea typeface="Arial"/>
                <a:cs typeface="Arial"/>
              </a:defRPr>
            </a:lvl2pPr>
            <a:lvl3pPr algn="l">
              <a:defRPr sz="1950" b="0" i="0">
                <a:solidFill>
                  <a:schemeClr val="dk1"/>
                </a:solidFill>
                <a:latin typeface="Arial"/>
                <a:ea typeface="Arial"/>
                <a:cs typeface="Arial"/>
              </a:defRPr>
            </a:lvl3pPr>
            <a:lvl4pPr algn="l">
              <a:defRPr sz="1950" b="0" i="0">
                <a:solidFill>
                  <a:schemeClr val="dk1"/>
                </a:solidFill>
                <a:latin typeface="Arial"/>
                <a:ea typeface="Arial"/>
                <a:cs typeface="Arial"/>
              </a:defRPr>
            </a:lvl4pPr>
            <a:lvl5pPr algn="l">
              <a:defRPr sz="1950" b="0" i="0">
                <a:solidFill>
                  <a:schemeClr val="dk1"/>
                </a:solidFill>
                <a:latin typeface="Arial"/>
                <a:ea typeface="Arial"/>
                <a:cs typeface="Arial"/>
              </a:defRPr>
            </a:lvl5pPr>
            <a:lvl6pPr algn="l">
              <a:defRPr sz="1950" b="0" i="0">
                <a:solidFill>
                  <a:schemeClr val="dk1"/>
                </a:solidFill>
                <a:latin typeface="Arial"/>
                <a:ea typeface="Arial"/>
                <a:cs typeface="Arial"/>
              </a:defRPr>
            </a:lvl6pPr>
            <a:lvl7pPr algn="l">
              <a:defRPr sz="1950" b="0" i="0">
                <a:solidFill>
                  <a:schemeClr val="dk1"/>
                </a:solidFill>
                <a:latin typeface="Arial"/>
                <a:ea typeface="Arial"/>
                <a:cs typeface="Arial"/>
              </a:defRPr>
            </a:lvl7pPr>
            <a:lvl8pPr algn="l">
              <a:defRPr sz="1950" b="0" i="0">
                <a:solidFill>
                  <a:schemeClr val="dk1"/>
                </a:solidFill>
                <a:latin typeface="Arial"/>
                <a:ea typeface="Arial"/>
                <a:cs typeface="Arial"/>
              </a:defRPr>
            </a:lvl8pPr>
            <a:lvl9pPr algn="l">
              <a:defRPr sz="1950" b="0" i="0">
                <a:solidFill>
                  <a:schemeClr val="dk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20000"/>
              </a:lnSpc>
              <a:defRPr sz="1950" b="0" i="0">
                <a:solidFill>
                  <a:schemeClr val="dk1"/>
                </a:solidFill>
                <a:latin typeface="Arial"/>
                <a:ea typeface="Arial"/>
                <a:cs typeface="Arial"/>
              </a:defRPr>
            </a:pPr>
            <a:r>
              <a:rPr sz="1950" b="0" i="0">
                <a:solidFill>
                  <a:schemeClr val="dk1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6" name="field:items.0.label">
            <a:extLst xmlns:a="http://schemas.openxmlformats.org/drawingml/2006/main">
              <a:ext uri="{FF2B5EF4-FFF2-40B4-BE49-F238E27FC236}">
                <a16:creationId xmlns:a16="http://schemas.microsoft.com/office/drawing/2014/main" id="{EC88FA68-1581-45FC-B08E-C349EDAC1E00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5524500" y="609600"/>
            <a:ext cx="5905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100" b="1" i="0">
                <a:solidFill>
                  <a:schemeClr val="dk2"/>
                </a:solidFill>
                <a:latin typeface="Arial"/>
                <a:ea typeface="Arial"/>
                <a:cs typeface="Arial"/>
              </a:defRPr>
            </a:defPPr>
            <a:lvl1pPr algn="l">
              <a:defRPr sz="2100" b="1" i="0">
                <a:solidFill>
                  <a:schemeClr val="dk2"/>
                </a:solidFill>
                <a:latin typeface="Arial"/>
                <a:ea typeface="Arial"/>
                <a:cs typeface="Arial"/>
              </a:defRPr>
            </a:lvl1pPr>
            <a:lvl2pPr algn="l">
              <a:defRPr sz="2100" b="1" i="0">
                <a:solidFill>
                  <a:schemeClr val="dk2"/>
                </a:solidFill>
                <a:latin typeface="Arial"/>
                <a:ea typeface="Arial"/>
                <a:cs typeface="Arial"/>
              </a:defRPr>
            </a:lvl2pPr>
            <a:lvl3pPr algn="l">
              <a:defRPr sz="2100" b="1" i="0">
                <a:solidFill>
                  <a:schemeClr val="dk2"/>
                </a:solidFill>
                <a:latin typeface="Arial"/>
                <a:ea typeface="Arial"/>
                <a:cs typeface="Arial"/>
              </a:defRPr>
            </a:lvl3pPr>
            <a:lvl4pPr algn="l">
              <a:defRPr sz="2100" b="1" i="0">
                <a:solidFill>
                  <a:schemeClr val="dk2"/>
                </a:solidFill>
                <a:latin typeface="Arial"/>
                <a:ea typeface="Arial"/>
                <a:cs typeface="Arial"/>
              </a:defRPr>
            </a:lvl4pPr>
            <a:lvl5pPr algn="l">
              <a:defRPr sz="2100" b="1" i="0">
                <a:solidFill>
                  <a:schemeClr val="dk2"/>
                </a:solidFill>
                <a:latin typeface="Arial"/>
                <a:ea typeface="Arial"/>
                <a:cs typeface="Arial"/>
              </a:defRPr>
            </a:lvl5pPr>
            <a:lvl6pPr algn="l">
              <a:defRPr sz="2100" b="1" i="0">
                <a:solidFill>
                  <a:schemeClr val="dk2"/>
                </a:solidFill>
                <a:latin typeface="Arial"/>
                <a:ea typeface="Arial"/>
                <a:cs typeface="Arial"/>
              </a:defRPr>
            </a:lvl6pPr>
            <a:lvl7pPr algn="l">
              <a:defRPr sz="2100" b="1" i="0">
                <a:solidFill>
                  <a:schemeClr val="dk2"/>
                </a:solidFill>
                <a:latin typeface="Arial"/>
                <a:ea typeface="Arial"/>
                <a:cs typeface="Arial"/>
              </a:defRPr>
            </a:lvl7pPr>
            <a:lvl8pPr algn="l">
              <a:defRPr sz="2100" b="1" i="0">
                <a:solidFill>
                  <a:schemeClr val="dk2"/>
                </a:solidFill>
                <a:latin typeface="Arial"/>
                <a:ea typeface="Arial"/>
                <a:cs typeface="Arial"/>
              </a:defRPr>
            </a:lvl8pPr>
            <a:lvl9pPr algn="l">
              <a:defRPr sz="2100" b="1" i="0">
                <a:solidFill>
                  <a:schemeClr val="dk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20000"/>
              </a:lnSpc>
              <a:buNone/>
              <a:defRPr sz="2100" b="1" i="0">
                <a:solidFill>
                  <a:schemeClr val="dk2"/>
                </a:solidFill>
                <a:latin typeface="Arial"/>
                <a:ea typeface="Arial"/>
                <a:cs typeface="Arial"/>
              </a:defRPr>
            </a:pPr>
            <a:r>
              <a:rPr sz="2100" b="1" i="0">
                <a:solidFill>
                  <a:schemeClr val="dk2"/>
                </a:solidFill>
                <a:latin typeface="Arial"/>
                <a:ea typeface="Arial"/>
                <a:cs typeface="Arial"/>
              </a:rPr>
              <a:t>Item 1</a:t>
            </a:r>
          </a:p>
        </p:txBody>
      </p:sp>
      <p:sp>
        <p:nvSpPr>
          <p:cNvPr id="7" name="field:items.0.text">
            <a:extLst xmlns:a="http://schemas.openxmlformats.org/drawingml/2006/main">
              <a:ext uri="{FF2B5EF4-FFF2-40B4-BE49-F238E27FC236}">
                <a16:creationId xmlns:a16="http://schemas.microsoft.com/office/drawing/2014/main" id="{B69CBF72-9968-498B-98E8-C8657DFAF1F9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5524500" y="1200150"/>
            <a:ext cx="59055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800" b="0" i="0">
                <a:solidFill>
                  <a:schemeClr val="dk2"/>
                </a:solidFill>
                <a:latin typeface="Arial"/>
                <a:ea typeface="Arial"/>
                <a:cs typeface="Arial"/>
              </a:defRPr>
            </a:defPPr>
            <a:lvl1pPr algn="l">
              <a:defRPr sz="1800" b="0" i="0">
                <a:solidFill>
                  <a:schemeClr val="dk2"/>
                </a:solidFill>
                <a:latin typeface="Arial"/>
                <a:ea typeface="Arial"/>
                <a:cs typeface="Arial"/>
              </a:defRPr>
            </a:lvl1pPr>
            <a:lvl2pPr algn="l">
              <a:defRPr sz="1800" b="0" i="0">
                <a:solidFill>
                  <a:schemeClr val="dk2"/>
                </a:solidFill>
                <a:latin typeface="Arial"/>
                <a:ea typeface="Arial"/>
                <a:cs typeface="Arial"/>
              </a:defRPr>
            </a:lvl2pPr>
            <a:lvl3pPr algn="l">
              <a:defRPr sz="1800" b="0" i="0">
                <a:solidFill>
                  <a:schemeClr val="dk2"/>
                </a:solidFill>
                <a:latin typeface="Arial"/>
                <a:ea typeface="Arial"/>
                <a:cs typeface="Arial"/>
              </a:defRPr>
            </a:lvl3pPr>
            <a:lvl4pPr algn="l">
              <a:defRPr sz="1800" b="0" i="0">
                <a:solidFill>
                  <a:schemeClr val="dk2"/>
                </a:solidFill>
                <a:latin typeface="Arial"/>
                <a:ea typeface="Arial"/>
                <a:cs typeface="Arial"/>
              </a:defRPr>
            </a:lvl4pPr>
            <a:lvl5pPr algn="l">
              <a:defRPr sz="1800" b="0" i="0">
                <a:solidFill>
                  <a:schemeClr val="dk2"/>
                </a:solidFill>
                <a:latin typeface="Arial"/>
                <a:ea typeface="Arial"/>
                <a:cs typeface="Arial"/>
              </a:defRPr>
            </a:lvl5pPr>
            <a:lvl6pPr algn="l">
              <a:defRPr sz="1800" b="0" i="0">
                <a:solidFill>
                  <a:schemeClr val="dk2"/>
                </a:solidFill>
                <a:latin typeface="Arial"/>
                <a:ea typeface="Arial"/>
                <a:cs typeface="Arial"/>
              </a:defRPr>
            </a:lvl6pPr>
            <a:lvl7pPr algn="l">
              <a:defRPr sz="1800" b="0" i="0">
                <a:solidFill>
                  <a:schemeClr val="dk2"/>
                </a:solidFill>
                <a:latin typeface="Arial"/>
                <a:ea typeface="Arial"/>
                <a:cs typeface="Arial"/>
              </a:defRPr>
            </a:lvl7pPr>
            <a:lvl8pPr algn="l">
              <a:defRPr sz="1800" b="0" i="0">
                <a:solidFill>
                  <a:schemeClr val="dk2"/>
                </a:solidFill>
                <a:latin typeface="Arial"/>
                <a:ea typeface="Arial"/>
                <a:cs typeface="Arial"/>
              </a:defRPr>
            </a:lvl8pPr>
            <a:lvl9pPr algn="l">
              <a:defRPr sz="1800" b="0" i="0">
                <a:solidFill>
                  <a:schemeClr val="dk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20000"/>
              </a:lnSpc>
              <a:buNone/>
              <a:defRPr sz="1800" b="0" i="0">
                <a:solidFill>
                  <a:schemeClr val="dk2"/>
                </a:solidFill>
                <a:latin typeface="Arial"/>
                <a:ea typeface="Arial"/>
                <a:cs typeface="Arial"/>
              </a:defRPr>
            </a:pPr>
            <a:r>
              <a:rPr sz="1800" b="0" i="0">
                <a:solidFill>
                  <a:schemeClr val="dk2"/>
                </a:solidFill>
                <a:latin typeface="Arial"/>
                <a:ea typeface="Arial"/>
                <a:cs typeface="Arial"/>
              </a:rPr>
              <a:t>Supporting detail</a:t>
            </a:r>
          </a:p>
        </p:txBody>
      </p:sp>
      <p:sp>
        <p:nvSpPr>
          <p:cNvPr id="8" name="design:7">
            <a:extLst xmlns:a="http://schemas.openxmlformats.org/drawingml/2006/main">
              <a:ext uri="{FF2B5EF4-FFF2-40B4-BE49-F238E27FC236}">
                <a16:creationId xmlns:a16="http://schemas.microsoft.com/office/drawing/2014/main" id="{00B055BD-86F0-4EF9-9290-E28AF1A5BA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2686050"/>
            <a:ext cx="533400" cy="533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chemeClr val="accent2"/>
          </a:solidFill>
          <a:ln xmlns:a="http://schemas.openxmlformats.org/drawingml/2006/main" w="0">
            <a:noFill/>
          </a:ln>
        </p:spPr>
      </p:sp>
      <p:sp>
        <p:nvSpPr>
          <p:cNvPr id="9" name="design:8">
            <a:extLst xmlns:a="http://schemas.openxmlformats.org/drawingml/2006/main">
              <a:ext uri="{FF2B5EF4-FFF2-40B4-BE49-F238E27FC236}">
                <a16:creationId xmlns:a16="http://schemas.microsoft.com/office/drawing/2014/main" id="{83C87045-A10D-4D62-BAAA-E876898907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5375" y="2800350"/>
            <a:ext cx="247650" cy="3219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950" b="0" i="0">
                <a:solidFill>
                  <a:schemeClr val="dk1"/>
                </a:solidFill>
                <a:latin typeface="Arial"/>
                <a:ea typeface="Arial"/>
                <a:cs typeface="Arial"/>
              </a:defRPr>
            </a:defPPr>
            <a:lvl1pPr algn="l">
              <a:defRPr sz="1950" b="0" i="0">
                <a:solidFill>
                  <a:schemeClr val="dk1"/>
                </a:solidFill>
                <a:latin typeface="Arial"/>
                <a:ea typeface="Arial"/>
                <a:cs typeface="Arial"/>
              </a:defRPr>
            </a:lvl1pPr>
            <a:lvl2pPr algn="l">
              <a:defRPr sz="1950" b="0" i="0">
                <a:solidFill>
                  <a:schemeClr val="dk1"/>
                </a:solidFill>
                <a:latin typeface="Arial"/>
                <a:ea typeface="Arial"/>
                <a:cs typeface="Arial"/>
              </a:defRPr>
            </a:lvl2pPr>
            <a:lvl3pPr algn="l">
              <a:defRPr sz="1950" b="0" i="0">
                <a:solidFill>
                  <a:schemeClr val="dk1"/>
                </a:solidFill>
                <a:latin typeface="Arial"/>
                <a:ea typeface="Arial"/>
                <a:cs typeface="Arial"/>
              </a:defRPr>
            </a:lvl3pPr>
            <a:lvl4pPr algn="l">
              <a:defRPr sz="1950" b="0" i="0">
                <a:solidFill>
                  <a:schemeClr val="dk1"/>
                </a:solidFill>
                <a:latin typeface="Arial"/>
                <a:ea typeface="Arial"/>
                <a:cs typeface="Arial"/>
              </a:defRPr>
            </a:lvl4pPr>
            <a:lvl5pPr algn="l">
              <a:defRPr sz="1950" b="0" i="0">
                <a:solidFill>
                  <a:schemeClr val="dk1"/>
                </a:solidFill>
                <a:latin typeface="Arial"/>
                <a:ea typeface="Arial"/>
                <a:cs typeface="Arial"/>
              </a:defRPr>
            </a:lvl5pPr>
            <a:lvl6pPr algn="l">
              <a:defRPr sz="1950" b="0" i="0">
                <a:solidFill>
                  <a:schemeClr val="dk1"/>
                </a:solidFill>
                <a:latin typeface="Arial"/>
                <a:ea typeface="Arial"/>
                <a:cs typeface="Arial"/>
              </a:defRPr>
            </a:lvl6pPr>
            <a:lvl7pPr algn="l">
              <a:defRPr sz="1950" b="0" i="0">
                <a:solidFill>
                  <a:schemeClr val="dk1"/>
                </a:solidFill>
                <a:latin typeface="Arial"/>
                <a:ea typeface="Arial"/>
                <a:cs typeface="Arial"/>
              </a:defRPr>
            </a:lvl7pPr>
            <a:lvl8pPr algn="l">
              <a:defRPr sz="1950" b="0" i="0">
                <a:solidFill>
                  <a:schemeClr val="dk1"/>
                </a:solidFill>
                <a:latin typeface="Arial"/>
                <a:ea typeface="Arial"/>
                <a:cs typeface="Arial"/>
              </a:defRPr>
            </a:lvl8pPr>
            <a:lvl9pPr algn="l">
              <a:defRPr sz="1950" b="0" i="0">
                <a:solidFill>
                  <a:schemeClr val="dk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20000"/>
              </a:lnSpc>
              <a:defRPr sz="1950" b="0" i="0">
                <a:solidFill>
                  <a:schemeClr val="dk1"/>
                </a:solidFill>
                <a:latin typeface="Arial"/>
                <a:ea typeface="Arial"/>
                <a:cs typeface="Arial"/>
              </a:defRPr>
            </a:pPr>
            <a:r>
              <a:rPr sz="1950" b="0" i="0">
                <a:solidFill>
                  <a:schemeClr val="dk1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0" name="field:items.1.label">
            <a:extLst xmlns:a="http://schemas.openxmlformats.org/drawingml/2006/main">
              <a:ext uri="{FF2B5EF4-FFF2-40B4-BE49-F238E27FC236}">
                <a16:creationId xmlns:a16="http://schemas.microsoft.com/office/drawing/2014/main" id="{03AE5612-7D0E-4641-A5C5-3201B4136D88}"/>
              </a:ext>
            </a:extLst>
          </p:cNvPr>
          <p:cNvSpPr>
            <a:spLocks xmlns:a="http://schemas.openxmlformats.org/drawingml/2006/main" noGrp="1"/>
          </p:cNvSpPr>
          <p:nvPr>
            <p:ph type="body" idx="4"/>
          </p:nvPr>
        </p:nvSpPr>
        <p:spPr>
          <a:xfrm xmlns:a="http://schemas.openxmlformats.org/drawingml/2006/main">
            <a:off x="5524500" y="2609850"/>
            <a:ext cx="5905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100" b="1" i="0">
                <a:solidFill>
                  <a:schemeClr val="dk2"/>
                </a:solidFill>
                <a:latin typeface="Arial"/>
                <a:ea typeface="Arial"/>
                <a:cs typeface="Arial"/>
              </a:defRPr>
            </a:defPPr>
            <a:lvl1pPr algn="l">
              <a:defRPr sz="2100" b="1" i="0">
                <a:solidFill>
                  <a:schemeClr val="dk2"/>
                </a:solidFill>
                <a:latin typeface="Arial"/>
                <a:ea typeface="Arial"/>
                <a:cs typeface="Arial"/>
              </a:defRPr>
            </a:lvl1pPr>
            <a:lvl2pPr algn="l">
              <a:defRPr sz="2100" b="1" i="0">
                <a:solidFill>
                  <a:schemeClr val="dk2"/>
                </a:solidFill>
                <a:latin typeface="Arial"/>
                <a:ea typeface="Arial"/>
                <a:cs typeface="Arial"/>
              </a:defRPr>
            </a:lvl2pPr>
            <a:lvl3pPr algn="l">
              <a:defRPr sz="2100" b="1" i="0">
                <a:solidFill>
                  <a:schemeClr val="dk2"/>
                </a:solidFill>
                <a:latin typeface="Arial"/>
                <a:ea typeface="Arial"/>
                <a:cs typeface="Arial"/>
              </a:defRPr>
            </a:lvl3pPr>
            <a:lvl4pPr algn="l">
              <a:defRPr sz="2100" b="1" i="0">
                <a:solidFill>
                  <a:schemeClr val="dk2"/>
                </a:solidFill>
                <a:latin typeface="Arial"/>
                <a:ea typeface="Arial"/>
                <a:cs typeface="Arial"/>
              </a:defRPr>
            </a:lvl4pPr>
            <a:lvl5pPr algn="l">
              <a:defRPr sz="2100" b="1" i="0">
                <a:solidFill>
                  <a:schemeClr val="dk2"/>
                </a:solidFill>
                <a:latin typeface="Arial"/>
                <a:ea typeface="Arial"/>
                <a:cs typeface="Arial"/>
              </a:defRPr>
            </a:lvl5pPr>
            <a:lvl6pPr algn="l">
              <a:defRPr sz="2100" b="1" i="0">
                <a:solidFill>
                  <a:schemeClr val="dk2"/>
                </a:solidFill>
                <a:latin typeface="Arial"/>
                <a:ea typeface="Arial"/>
                <a:cs typeface="Arial"/>
              </a:defRPr>
            </a:lvl6pPr>
            <a:lvl7pPr algn="l">
              <a:defRPr sz="2100" b="1" i="0">
                <a:solidFill>
                  <a:schemeClr val="dk2"/>
                </a:solidFill>
                <a:latin typeface="Arial"/>
                <a:ea typeface="Arial"/>
                <a:cs typeface="Arial"/>
              </a:defRPr>
            </a:lvl7pPr>
            <a:lvl8pPr algn="l">
              <a:defRPr sz="2100" b="1" i="0">
                <a:solidFill>
                  <a:schemeClr val="dk2"/>
                </a:solidFill>
                <a:latin typeface="Arial"/>
                <a:ea typeface="Arial"/>
                <a:cs typeface="Arial"/>
              </a:defRPr>
            </a:lvl8pPr>
            <a:lvl9pPr algn="l">
              <a:defRPr sz="2100" b="1" i="0">
                <a:solidFill>
                  <a:schemeClr val="dk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20000"/>
              </a:lnSpc>
              <a:buNone/>
              <a:defRPr sz="2100" b="1" i="0">
                <a:solidFill>
                  <a:schemeClr val="dk2"/>
                </a:solidFill>
                <a:latin typeface="Arial"/>
                <a:ea typeface="Arial"/>
                <a:cs typeface="Arial"/>
              </a:defRPr>
            </a:pPr>
            <a:r>
              <a:rPr sz="2100" b="1" i="0">
                <a:solidFill>
                  <a:schemeClr val="dk2"/>
                </a:solidFill>
                <a:latin typeface="Arial"/>
                <a:ea typeface="Arial"/>
                <a:cs typeface="Arial"/>
              </a:rPr>
              <a:t>Item 2</a:t>
            </a:r>
          </a:p>
        </p:txBody>
      </p:sp>
      <p:sp>
        <p:nvSpPr>
          <p:cNvPr id="11" name="field:items.1.text">
            <a:extLst xmlns:a="http://schemas.openxmlformats.org/drawingml/2006/main">
              <a:ext uri="{FF2B5EF4-FFF2-40B4-BE49-F238E27FC236}">
                <a16:creationId xmlns:a16="http://schemas.microsoft.com/office/drawing/2014/main" id="{FED27942-E945-43F5-B72E-E70A730A08F2}"/>
              </a:ext>
            </a:extLst>
          </p:cNvPr>
          <p:cNvSpPr>
            <a:spLocks xmlns:a="http://schemas.openxmlformats.org/drawingml/2006/main" noGrp="1"/>
          </p:cNvSpPr>
          <p:nvPr>
            <p:ph type="body" idx="5"/>
          </p:nvPr>
        </p:nvSpPr>
        <p:spPr>
          <a:xfrm xmlns:a="http://schemas.openxmlformats.org/drawingml/2006/main">
            <a:off x="5524500" y="3200400"/>
            <a:ext cx="59055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800" b="0" i="0">
                <a:solidFill>
                  <a:schemeClr val="dk2"/>
                </a:solidFill>
                <a:latin typeface="Arial"/>
                <a:ea typeface="Arial"/>
                <a:cs typeface="Arial"/>
              </a:defRPr>
            </a:defPPr>
            <a:lvl1pPr algn="l">
              <a:defRPr sz="1800" b="0" i="0">
                <a:solidFill>
                  <a:schemeClr val="dk2"/>
                </a:solidFill>
                <a:latin typeface="Arial"/>
                <a:ea typeface="Arial"/>
                <a:cs typeface="Arial"/>
              </a:defRPr>
            </a:lvl1pPr>
            <a:lvl2pPr algn="l">
              <a:defRPr sz="1800" b="0" i="0">
                <a:solidFill>
                  <a:schemeClr val="dk2"/>
                </a:solidFill>
                <a:latin typeface="Arial"/>
                <a:ea typeface="Arial"/>
                <a:cs typeface="Arial"/>
              </a:defRPr>
            </a:lvl2pPr>
            <a:lvl3pPr algn="l">
              <a:defRPr sz="1800" b="0" i="0">
                <a:solidFill>
                  <a:schemeClr val="dk2"/>
                </a:solidFill>
                <a:latin typeface="Arial"/>
                <a:ea typeface="Arial"/>
                <a:cs typeface="Arial"/>
              </a:defRPr>
            </a:lvl3pPr>
            <a:lvl4pPr algn="l">
              <a:defRPr sz="1800" b="0" i="0">
                <a:solidFill>
                  <a:schemeClr val="dk2"/>
                </a:solidFill>
                <a:latin typeface="Arial"/>
                <a:ea typeface="Arial"/>
                <a:cs typeface="Arial"/>
              </a:defRPr>
            </a:lvl4pPr>
            <a:lvl5pPr algn="l">
              <a:defRPr sz="1800" b="0" i="0">
                <a:solidFill>
                  <a:schemeClr val="dk2"/>
                </a:solidFill>
                <a:latin typeface="Arial"/>
                <a:ea typeface="Arial"/>
                <a:cs typeface="Arial"/>
              </a:defRPr>
            </a:lvl5pPr>
            <a:lvl6pPr algn="l">
              <a:defRPr sz="1800" b="0" i="0">
                <a:solidFill>
                  <a:schemeClr val="dk2"/>
                </a:solidFill>
                <a:latin typeface="Arial"/>
                <a:ea typeface="Arial"/>
                <a:cs typeface="Arial"/>
              </a:defRPr>
            </a:lvl6pPr>
            <a:lvl7pPr algn="l">
              <a:defRPr sz="1800" b="0" i="0">
                <a:solidFill>
                  <a:schemeClr val="dk2"/>
                </a:solidFill>
                <a:latin typeface="Arial"/>
                <a:ea typeface="Arial"/>
                <a:cs typeface="Arial"/>
              </a:defRPr>
            </a:lvl7pPr>
            <a:lvl8pPr algn="l">
              <a:defRPr sz="1800" b="0" i="0">
                <a:solidFill>
                  <a:schemeClr val="dk2"/>
                </a:solidFill>
                <a:latin typeface="Arial"/>
                <a:ea typeface="Arial"/>
                <a:cs typeface="Arial"/>
              </a:defRPr>
            </a:lvl8pPr>
            <a:lvl9pPr algn="l">
              <a:defRPr sz="1800" b="0" i="0">
                <a:solidFill>
                  <a:schemeClr val="dk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20000"/>
              </a:lnSpc>
              <a:buNone/>
              <a:defRPr sz="1800" b="0" i="0">
                <a:solidFill>
                  <a:schemeClr val="dk2"/>
                </a:solidFill>
                <a:latin typeface="Arial"/>
                <a:ea typeface="Arial"/>
                <a:cs typeface="Arial"/>
              </a:defRPr>
            </a:pPr>
            <a:r>
              <a:rPr sz="1800" b="0" i="0">
                <a:solidFill>
                  <a:schemeClr val="dk2"/>
                </a:solidFill>
                <a:latin typeface="Arial"/>
                <a:ea typeface="Arial"/>
                <a:cs typeface="Arial"/>
              </a:rPr>
              <a:t>Supporting detail</a:t>
            </a:r>
          </a:p>
        </p:txBody>
      </p:sp>
      <p:sp>
        <p:nvSpPr>
          <p:cNvPr id="12" name="design:11">
            <a:extLst xmlns:a="http://schemas.openxmlformats.org/drawingml/2006/main">
              <a:ext uri="{FF2B5EF4-FFF2-40B4-BE49-F238E27FC236}">
                <a16:creationId xmlns:a16="http://schemas.microsoft.com/office/drawing/2014/main" id="{05A4F9FF-C204-4039-ABD8-D2F755D508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4686300"/>
            <a:ext cx="533400" cy="533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chemeClr val="accent2"/>
          </a:solidFill>
          <a:ln xmlns:a="http://schemas.openxmlformats.org/drawingml/2006/main" w="0">
            <a:noFill/>
          </a:ln>
        </p:spPr>
      </p:sp>
      <p:sp>
        <p:nvSpPr>
          <p:cNvPr id="13" name="design:12">
            <a:extLst xmlns:a="http://schemas.openxmlformats.org/drawingml/2006/main">
              <a:ext uri="{FF2B5EF4-FFF2-40B4-BE49-F238E27FC236}">
                <a16:creationId xmlns:a16="http://schemas.microsoft.com/office/drawing/2014/main" id="{0A310878-5C2F-4B24-919A-AEA4395B61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5375" y="4800600"/>
            <a:ext cx="247650" cy="3219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950" b="0" i="0">
                <a:solidFill>
                  <a:schemeClr val="dk1"/>
                </a:solidFill>
                <a:latin typeface="Arial"/>
                <a:ea typeface="Arial"/>
                <a:cs typeface="Arial"/>
              </a:defRPr>
            </a:defPPr>
            <a:lvl1pPr algn="l">
              <a:defRPr sz="1950" b="0" i="0">
                <a:solidFill>
                  <a:schemeClr val="dk1"/>
                </a:solidFill>
                <a:latin typeface="Arial"/>
                <a:ea typeface="Arial"/>
                <a:cs typeface="Arial"/>
              </a:defRPr>
            </a:lvl1pPr>
            <a:lvl2pPr algn="l">
              <a:defRPr sz="1950" b="0" i="0">
                <a:solidFill>
                  <a:schemeClr val="dk1"/>
                </a:solidFill>
                <a:latin typeface="Arial"/>
                <a:ea typeface="Arial"/>
                <a:cs typeface="Arial"/>
              </a:defRPr>
            </a:lvl2pPr>
            <a:lvl3pPr algn="l">
              <a:defRPr sz="1950" b="0" i="0">
                <a:solidFill>
                  <a:schemeClr val="dk1"/>
                </a:solidFill>
                <a:latin typeface="Arial"/>
                <a:ea typeface="Arial"/>
                <a:cs typeface="Arial"/>
              </a:defRPr>
            </a:lvl3pPr>
            <a:lvl4pPr algn="l">
              <a:defRPr sz="1950" b="0" i="0">
                <a:solidFill>
                  <a:schemeClr val="dk1"/>
                </a:solidFill>
                <a:latin typeface="Arial"/>
                <a:ea typeface="Arial"/>
                <a:cs typeface="Arial"/>
              </a:defRPr>
            </a:lvl4pPr>
            <a:lvl5pPr algn="l">
              <a:defRPr sz="1950" b="0" i="0">
                <a:solidFill>
                  <a:schemeClr val="dk1"/>
                </a:solidFill>
                <a:latin typeface="Arial"/>
                <a:ea typeface="Arial"/>
                <a:cs typeface="Arial"/>
              </a:defRPr>
            </a:lvl5pPr>
            <a:lvl6pPr algn="l">
              <a:defRPr sz="1950" b="0" i="0">
                <a:solidFill>
                  <a:schemeClr val="dk1"/>
                </a:solidFill>
                <a:latin typeface="Arial"/>
                <a:ea typeface="Arial"/>
                <a:cs typeface="Arial"/>
              </a:defRPr>
            </a:lvl6pPr>
            <a:lvl7pPr algn="l">
              <a:defRPr sz="1950" b="0" i="0">
                <a:solidFill>
                  <a:schemeClr val="dk1"/>
                </a:solidFill>
                <a:latin typeface="Arial"/>
                <a:ea typeface="Arial"/>
                <a:cs typeface="Arial"/>
              </a:defRPr>
            </a:lvl7pPr>
            <a:lvl8pPr algn="l">
              <a:defRPr sz="1950" b="0" i="0">
                <a:solidFill>
                  <a:schemeClr val="dk1"/>
                </a:solidFill>
                <a:latin typeface="Arial"/>
                <a:ea typeface="Arial"/>
                <a:cs typeface="Arial"/>
              </a:defRPr>
            </a:lvl8pPr>
            <a:lvl9pPr algn="l">
              <a:defRPr sz="1950" b="0" i="0">
                <a:solidFill>
                  <a:schemeClr val="dk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20000"/>
              </a:lnSpc>
              <a:defRPr sz="1950" b="0" i="0">
                <a:solidFill>
                  <a:schemeClr val="dk1"/>
                </a:solidFill>
                <a:latin typeface="Arial"/>
                <a:ea typeface="Arial"/>
                <a:cs typeface="Arial"/>
              </a:defRPr>
            </a:pPr>
            <a:r>
              <a:rPr sz="1950" b="0" i="0">
                <a:solidFill>
                  <a:schemeClr val="dk1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4" name="field:items.2.label">
            <a:extLst xmlns:a="http://schemas.openxmlformats.org/drawingml/2006/main">
              <a:ext uri="{FF2B5EF4-FFF2-40B4-BE49-F238E27FC236}">
                <a16:creationId xmlns:a16="http://schemas.microsoft.com/office/drawing/2014/main" id="{1DF6B875-0DB1-4C24-8BD9-2ECFB7819A71}"/>
              </a:ext>
            </a:extLst>
          </p:cNvPr>
          <p:cNvSpPr>
            <a:spLocks xmlns:a="http://schemas.openxmlformats.org/drawingml/2006/main" noGrp="1"/>
          </p:cNvSpPr>
          <p:nvPr>
            <p:ph type="body" idx="6"/>
          </p:nvPr>
        </p:nvSpPr>
        <p:spPr>
          <a:xfrm xmlns:a="http://schemas.openxmlformats.org/drawingml/2006/main">
            <a:off x="5524500" y="4610100"/>
            <a:ext cx="5905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100" b="1" i="0">
                <a:solidFill>
                  <a:schemeClr val="dk2"/>
                </a:solidFill>
                <a:latin typeface="Arial"/>
                <a:ea typeface="Arial"/>
                <a:cs typeface="Arial"/>
              </a:defRPr>
            </a:defPPr>
            <a:lvl1pPr algn="l">
              <a:defRPr sz="2100" b="1" i="0">
                <a:solidFill>
                  <a:schemeClr val="dk2"/>
                </a:solidFill>
                <a:latin typeface="Arial"/>
                <a:ea typeface="Arial"/>
                <a:cs typeface="Arial"/>
              </a:defRPr>
            </a:lvl1pPr>
            <a:lvl2pPr algn="l">
              <a:defRPr sz="2100" b="1" i="0">
                <a:solidFill>
                  <a:schemeClr val="dk2"/>
                </a:solidFill>
                <a:latin typeface="Arial"/>
                <a:ea typeface="Arial"/>
                <a:cs typeface="Arial"/>
              </a:defRPr>
            </a:lvl2pPr>
            <a:lvl3pPr algn="l">
              <a:defRPr sz="2100" b="1" i="0">
                <a:solidFill>
                  <a:schemeClr val="dk2"/>
                </a:solidFill>
                <a:latin typeface="Arial"/>
                <a:ea typeface="Arial"/>
                <a:cs typeface="Arial"/>
              </a:defRPr>
            </a:lvl3pPr>
            <a:lvl4pPr algn="l">
              <a:defRPr sz="2100" b="1" i="0">
                <a:solidFill>
                  <a:schemeClr val="dk2"/>
                </a:solidFill>
                <a:latin typeface="Arial"/>
                <a:ea typeface="Arial"/>
                <a:cs typeface="Arial"/>
              </a:defRPr>
            </a:lvl4pPr>
            <a:lvl5pPr algn="l">
              <a:defRPr sz="2100" b="1" i="0">
                <a:solidFill>
                  <a:schemeClr val="dk2"/>
                </a:solidFill>
                <a:latin typeface="Arial"/>
                <a:ea typeface="Arial"/>
                <a:cs typeface="Arial"/>
              </a:defRPr>
            </a:lvl5pPr>
            <a:lvl6pPr algn="l">
              <a:defRPr sz="2100" b="1" i="0">
                <a:solidFill>
                  <a:schemeClr val="dk2"/>
                </a:solidFill>
                <a:latin typeface="Arial"/>
                <a:ea typeface="Arial"/>
                <a:cs typeface="Arial"/>
              </a:defRPr>
            </a:lvl6pPr>
            <a:lvl7pPr algn="l">
              <a:defRPr sz="2100" b="1" i="0">
                <a:solidFill>
                  <a:schemeClr val="dk2"/>
                </a:solidFill>
                <a:latin typeface="Arial"/>
                <a:ea typeface="Arial"/>
                <a:cs typeface="Arial"/>
              </a:defRPr>
            </a:lvl7pPr>
            <a:lvl8pPr algn="l">
              <a:defRPr sz="2100" b="1" i="0">
                <a:solidFill>
                  <a:schemeClr val="dk2"/>
                </a:solidFill>
                <a:latin typeface="Arial"/>
                <a:ea typeface="Arial"/>
                <a:cs typeface="Arial"/>
              </a:defRPr>
            </a:lvl8pPr>
            <a:lvl9pPr algn="l">
              <a:defRPr sz="2100" b="1" i="0">
                <a:solidFill>
                  <a:schemeClr val="dk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20000"/>
              </a:lnSpc>
              <a:buNone/>
              <a:defRPr sz="2100" b="1" i="0">
                <a:solidFill>
                  <a:schemeClr val="dk2"/>
                </a:solidFill>
                <a:latin typeface="Arial"/>
                <a:ea typeface="Arial"/>
                <a:cs typeface="Arial"/>
              </a:defRPr>
            </a:pPr>
            <a:r>
              <a:rPr sz="2100" b="1" i="0">
                <a:solidFill>
                  <a:schemeClr val="dk2"/>
                </a:solidFill>
                <a:latin typeface="Arial"/>
                <a:ea typeface="Arial"/>
                <a:cs typeface="Arial"/>
              </a:rPr>
              <a:t>Item 3</a:t>
            </a:r>
          </a:p>
        </p:txBody>
      </p:sp>
      <p:sp>
        <p:nvSpPr>
          <p:cNvPr id="15" name="field:items.2.text">
            <a:extLst xmlns:a="http://schemas.openxmlformats.org/drawingml/2006/main">
              <a:ext uri="{FF2B5EF4-FFF2-40B4-BE49-F238E27FC236}">
                <a16:creationId xmlns:a16="http://schemas.microsoft.com/office/drawing/2014/main" id="{71304E44-E105-4D14-8CCF-778E742431FB}"/>
              </a:ext>
            </a:extLst>
          </p:cNvPr>
          <p:cNvSpPr>
            <a:spLocks xmlns:a="http://schemas.openxmlformats.org/drawingml/2006/main" noGrp="1"/>
          </p:cNvSpPr>
          <p:nvPr>
            <p:ph type="body" idx="7"/>
          </p:nvPr>
        </p:nvSpPr>
        <p:spPr>
          <a:xfrm xmlns:a="http://schemas.openxmlformats.org/drawingml/2006/main">
            <a:off x="5524500" y="5200650"/>
            <a:ext cx="59055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800" b="0" i="0">
                <a:solidFill>
                  <a:schemeClr val="dk2"/>
                </a:solidFill>
                <a:latin typeface="Arial"/>
                <a:ea typeface="Arial"/>
                <a:cs typeface="Arial"/>
              </a:defRPr>
            </a:defPPr>
            <a:lvl1pPr algn="l">
              <a:defRPr sz="1800" b="0" i="0">
                <a:solidFill>
                  <a:schemeClr val="dk2"/>
                </a:solidFill>
                <a:latin typeface="Arial"/>
                <a:ea typeface="Arial"/>
                <a:cs typeface="Arial"/>
              </a:defRPr>
            </a:lvl1pPr>
            <a:lvl2pPr algn="l">
              <a:defRPr sz="1800" b="0" i="0">
                <a:solidFill>
                  <a:schemeClr val="dk2"/>
                </a:solidFill>
                <a:latin typeface="Arial"/>
                <a:ea typeface="Arial"/>
                <a:cs typeface="Arial"/>
              </a:defRPr>
            </a:lvl2pPr>
            <a:lvl3pPr algn="l">
              <a:defRPr sz="1800" b="0" i="0">
                <a:solidFill>
                  <a:schemeClr val="dk2"/>
                </a:solidFill>
                <a:latin typeface="Arial"/>
                <a:ea typeface="Arial"/>
                <a:cs typeface="Arial"/>
              </a:defRPr>
            </a:lvl3pPr>
            <a:lvl4pPr algn="l">
              <a:defRPr sz="1800" b="0" i="0">
                <a:solidFill>
                  <a:schemeClr val="dk2"/>
                </a:solidFill>
                <a:latin typeface="Arial"/>
                <a:ea typeface="Arial"/>
                <a:cs typeface="Arial"/>
              </a:defRPr>
            </a:lvl4pPr>
            <a:lvl5pPr algn="l">
              <a:defRPr sz="1800" b="0" i="0">
                <a:solidFill>
                  <a:schemeClr val="dk2"/>
                </a:solidFill>
                <a:latin typeface="Arial"/>
                <a:ea typeface="Arial"/>
                <a:cs typeface="Arial"/>
              </a:defRPr>
            </a:lvl5pPr>
            <a:lvl6pPr algn="l">
              <a:defRPr sz="1800" b="0" i="0">
                <a:solidFill>
                  <a:schemeClr val="dk2"/>
                </a:solidFill>
                <a:latin typeface="Arial"/>
                <a:ea typeface="Arial"/>
                <a:cs typeface="Arial"/>
              </a:defRPr>
            </a:lvl6pPr>
            <a:lvl7pPr algn="l">
              <a:defRPr sz="1800" b="0" i="0">
                <a:solidFill>
                  <a:schemeClr val="dk2"/>
                </a:solidFill>
                <a:latin typeface="Arial"/>
                <a:ea typeface="Arial"/>
                <a:cs typeface="Arial"/>
              </a:defRPr>
            </a:lvl7pPr>
            <a:lvl8pPr algn="l">
              <a:defRPr sz="1800" b="0" i="0">
                <a:solidFill>
                  <a:schemeClr val="dk2"/>
                </a:solidFill>
                <a:latin typeface="Arial"/>
                <a:ea typeface="Arial"/>
                <a:cs typeface="Arial"/>
              </a:defRPr>
            </a:lvl8pPr>
            <a:lvl9pPr algn="l">
              <a:defRPr sz="1800" b="0" i="0">
                <a:solidFill>
                  <a:schemeClr val="dk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20000"/>
              </a:lnSpc>
              <a:buNone/>
              <a:defRPr sz="1800" b="0" i="0">
                <a:solidFill>
                  <a:schemeClr val="dk2"/>
                </a:solidFill>
                <a:latin typeface="Arial"/>
                <a:ea typeface="Arial"/>
                <a:cs typeface="Arial"/>
              </a:defRPr>
            </a:pPr>
            <a:r>
              <a:rPr sz="1800" b="0" i="0">
                <a:solidFill>
                  <a:schemeClr val="dk2"/>
                </a:solidFill>
                <a:latin typeface="Arial"/>
                <a:ea typeface="Arial"/>
                <a:cs typeface="Arial"/>
              </a:rPr>
              <a:t>Supporting detail</a:t>
            </a:r>
          </a:p>
        </p:txBody>
      </p:sp>
    </p:spTree>
  </p:cSld>
  <p:clrMapOvr>
    <a:masterClrMapping/>
  </p:clrMapOvr>
</p:sldLayout>
</file>

<file path=ppt/slideLayouts/slideLayoutPresenton11.xml><?xml version="1.0" encoding="utf-8"?>
<p:sldLayout xmlns:p="http://schemas.openxmlformats.org/presentationml/2006/main" xmlns:a="http://schemas.openxmlformats.org/drawingml/2006/main" xmlns:r="http://schemas.openxmlformats.org/officeDocument/2006/relationships" type="cust" preserve="1">
  <p:cSld name="timeline">
    <p:spTree>
      <p:nvGrpSpPr>
        <p:cNvPr id="1" name=""/>
        <p:cNvGrpSpPr/>
        <p:nvPr/>
      </p:nvGrpSpPr>
      <p:grpSpPr/>
      <p:sp>
        <p:nvSpPr>
          <p:cNvPr id="16" name="field:kicker">
            <a:extLst xmlns:a="http://schemas.openxmlformats.org/drawingml/2006/main">
              <a:ext uri="{FF2B5EF4-FFF2-40B4-BE49-F238E27FC236}">
                <a16:creationId xmlns:a16="http://schemas.microsoft.com/office/drawing/2014/main" id="{9803B324-C8D2-4002-BCCB-FBB5BEBB6DD6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09600" y="323850"/>
            <a:ext cx="1047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500" b="1" i="0">
                <a:solidFill>
                  <a:schemeClr val="accent1"/>
                </a:solidFill>
                <a:latin typeface="Arial"/>
                <a:ea typeface="Arial"/>
                <a:cs typeface="Arial"/>
              </a:defRPr>
            </a:defPPr>
            <a:lvl1pPr algn="l">
              <a:defRPr sz="1500" b="1" i="0">
                <a:solidFill>
                  <a:schemeClr val="accent1"/>
                </a:solidFill>
                <a:latin typeface="Arial"/>
                <a:ea typeface="Arial"/>
                <a:cs typeface="Arial"/>
              </a:defRPr>
            </a:lvl1pPr>
            <a:lvl2pPr algn="l">
              <a:defRPr sz="1500" b="1" i="0">
                <a:solidFill>
                  <a:schemeClr val="accent1"/>
                </a:solidFill>
                <a:latin typeface="Arial"/>
                <a:ea typeface="Arial"/>
                <a:cs typeface="Arial"/>
              </a:defRPr>
            </a:lvl2pPr>
            <a:lvl3pPr algn="l">
              <a:defRPr sz="1500" b="1" i="0">
                <a:solidFill>
                  <a:schemeClr val="accent1"/>
                </a:solidFill>
                <a:latin typeface="Arial"/>
                <a:ea typeface="Arial"/>
                <a:cs typeface="Arial"/>
              </a:defRPr>
            </a:lvl3pPr>
            <a:lvl4pPr algn="l">
              <a:defRPr sz="1500" b="1" i="0">
                <a:solidFill>
                  <a:schemeClr val="accent1"/>
                </a:solidFill>
                <a:latin typeface="Arial"/>
                <a:ea typeface="Arial"/>
                <a:cs typeface="Arial"/>
              </a:defRPr>
            </a:lvl4pPr>
            <a:lvl5pPr algn="l">
              <a:defRPr sz="1500" b="1" i="0">
                <a:solidFill>
                  <a:schemeClr val="accent1"/>
                </a:solidFill>
                <a:latin typeface="Arial"/>
                <a:ea typeface="Arial"/>
                <a:cs typeface="Arial"/>
              </a:defRPr>
            </a:lvl5pPr>
            <a:lvl6pPr algn="l">
              <a:defRPr sz="1500" b="1" i="0">
                <a:solidFill>
                  <a:schemeClr val="accent1"/>
                </a:solidFill>
                <a:latin typeface="Arial"/>
                <a:ea typeface="Arial"/>
                <a:cs typeface="Arial"/>
              </a:defRPr>
            </a:lvl6pPr>
            <a:lvl7pPr algn="l">
              <a:defRPr sz="1500" b="1" i="0">
                <a:solidFill>
                  <a:schemeClr val="accent1"/>
                </a:solidFill>
                <a:latin typeface="Arial"/>
                <a:ea typeface="Arial"/>
                <a:cs typeface="Arial"/>
              </a:defRPr>
            </a:lvl7pPr>
            <a:lvl8pPr algn="l">
              <a:defRPr sz="1500" b="1" i="0">
                <a:solidFill>
                  <a:schemeClr val="accent1"/>
                </a:solidFill>
                <a:latin typeface="Arial"/>
                <a:ea typeface="Arial"/>
                <a:cs typeface="Arial"/>
              </a:defRPr>
            </a:lvl8pPr>
            <a:lvl9pPr algn="l">
              <a:defRPr sz="1500" b="1" i="0">
                <a:solidFill>
                  <a:schemeClr val="accent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20000"/>
              </a:lnSpc>
              <a:buNone/>
              <a:defRPr sz="1500" b="1" i="0">
                <a:solidFill>
                  <a:schemeClr val="accent1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chemeClr val="accent1"/>
                </a:solidFill>
                <a:latin typeface="Arial"/>
                <a:ea typeface="Arial"/>
                <a:cs typeface="Arial"/>
              </a:rPr>
              <a:t>SECTION</a:t>
            </a:r>
          </a:p>
        </p:txBody>
      </p:sp>
      <p:sp>
        <p:nvSpPr>
          <p:cNvPr id="2" name="field:title">
            <a:extLst xmlns:a="http://schemas.openxmlformats.org/drawingml/2006/main">
              <a:ext uri="{FF2B5EF4-FFF2-40B4-BE49-F238E27FC236}">
                <a16:creationId xmlns:a16="http://schemas.microsoft.com/office/drawing/2014/main" id="{57B5DDDE-0736-44D8-9BB6-25DFC1D9833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09600" y="819150"/>
            <a:ext cx="109728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3300" b="1" i="0">
                <a:solidFill>
                  <a:schemeClr val="dk2"/>
                </a:solidFill>
                <a:latin typeface="Arial"/>
                <a:ea typeface="Arial"/>
                <a:cs typeface="Arial"/>
              </a:defRPr>
            </a:defPPr>
            <a:lvl1pPr algn="l">
              <a:defRPr sz="3300" b="1" i="0">
                <a:solidFill>
                  <a:schemeClr val="dk2"/>
                </a:solidFill>
                <a:latin typeface="Arial"/>
                <a:ea typeface="Arial"/>
                <a:cs typeface="Arial"/>
              </a:defRPr>
            </a:lvl1pPr>
            <a:lvl2pPr algn="l">
              <a:defRPr sz="3300" b="1" i="0">
                <a:solidFill>
                  <a:schemeClr val="dk2"/>
                </a:solidFill>
                <a:latin typeface="Arial"/>
                <a:ea typeface="Arial"/>
                <a:cs typeface="Arial"/>
              </a:defRPr>
            </a:lvl2pPr>
            <a:lvl3pPr algn="l">
              <a:defRPr sz="3300" b="1" i="0">
                <a:solidFill>
                  <a:schemeClr val="dk2"/>
                </a:solidFill>
                <a:latin typeface="Arial"/>
                <a:ea typeface="Arial"/>
                <a:cs typeface="Arial"/>
              </a:defRPr>
            </a:lvl3pPr>
            <a:lvl4pPr algn="l">
              <a:defRPr sz="3300" b="1" i="0">
                <a:solidFill>
                  <a:schemeClr val="dk2"/>
                </a:solidFill>
                <a:latin typeface="Arial"/>
                <a:ea typeface="Arial"/>
                <a:cs typeface="Arial"/>
              </a:defRPr>
            </a:lvl4pPr>
            <a:lvl5pPr algn="l">
              <a:defRPr sz="3300" b="1" i="0">
                <a:solidFill>
                  <a:schemeClr val="dk2"/>
                </a:solidFill>
                <a:latin typeface="Arial"/>
                <a:ea typeface="Arial"/>
                <a:cs typeface="Arial"/>
              </a:defRPr>
            </a:lvl5pPr>
            <a:lvl6pPr algn="l">
              <a:defRPr sz="3300" b="1" i="0">
                <a:solidFill>
                  <a:schemeClr val="dk2"/>
                </a:solidFill>
                <a:latin typeface="Arial"/>
                <a:ea typeface="Arial"/>
                <a:cs typeface="Arial"/>
              </a:defRPr>
            </a:lvl6pPr>
            <a:lvl7pPr algn="l">
              <a:defRPr sz="3300" b="1" i="0">
                <a:solidFill>
                  <a:schemeClr val="dk2"/>
                </a:solidFill>
                <a:latin typeface="Arial"/>
                <a:ea typeface="Arial"/>
                <a:cs typeface="Arial"/>
              </a:defRPr>
            </a:lvl7pPr>
            <a:lvl8pPr algn="l">
              <a:defRPr sz="3300" b="1" i="0">
                <a:solidFill>
                  <a:schemeClr val="dk2"/>
                </a:solidFill>
                <a:latin typeface="Arial"/>
                <a:ea typeface="Arial"/>
                <a:cs typeface="Arial"/>
              </a:defRPr>
            </a:lvl8pPr>
            <a:lvl9pPr algn="l">
              <a:defRPr sz="3300" b="1" i="0">
                <a:solidFill>
                  <a:schemeClr val="dk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20000"/>
              </a:lnSpc>
              <a:buNone/>
              <a:defRPr sz="3300" b="1" i="0">
                <a:solidFill>
                  <a:schemeClr val="dk2"/>
                </a:solidFill>
                <a:latin typeface="Arial"/>
                <a:ea typeface="Arial"/>
                <a:cs typeface="Arial"/>
              </a:defRPr>
            </a:pPr>
            <a:r>
              <a:rPr sz="3300" b="1" i="0">
                <a:solidFill>
                  <a:schemeClr val="dk2"/>
                </a:solidFill>
                <a:latin typeface="Arial"/>
                <a:ea typeface="Arial"/>
                <a:cs typeface="Arial"/>
              </a:rPr>
              <a:t>Three milestones</a:t>
            </a:r>
          </a:p>
        </p:txBody>
      </p:sp>
      <p:sp>
        <p:nvSpPr>
          <p:cNvPr id="3" name="design:2">
            <a:extLst xmlns:a="http://schemas.openxmlformats.org/drawingml/2006/main">
              <a:ext uri="{FF2B5EF4-FFF2-40B4-BE49-F238E27FC236}">
                <a16:creationId xmlns:a16="http://schemas.microsoft.com/office/drawing/2014/main" id="{7689930A-FCE5-411C-BBB3-27AA9CC084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400300"/>
            <a:ext cx="38100" cy="360045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 w="0">
            <a:noFill/>
          </a:ln>
        </p:spPr>
      </p:sp>
      <p:sp>
        <p:nvSpPr>
          <p:cNvPr id="4" name="design:3">
            <a:extLst xmlns:a="http://schemas.openxmlformats.org/drawingml/2006/main">
              <a:ext uri="{FF2B5EF4-FFF2-40B4-BE49-F238E27FC236}">
                <a16:creationId xmlns:a16="http://schemas.microsoft.com/office/drawing/2014/main" id="{E583B64E-7DF2-465F-9B34-3F26855850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400300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 w="0">
            <a:noFill/>
          </a:ln>
        </p:spPr>
      </p:sp>
      <p:sp>
        <p:nvSpPr>
          <p:cNvPr id="5" name="design:4">
            <a:extLst xmlns:a="http://schemas.openxmlformats.org/drawingml/2006/main">
              <a:ext uri="{FF2B5EF4-FFF2-40B4-BE49-F238E27FC236}">
                <a16:creationId xmlns:a16="http://schemas.microsoft.com/office/drawing/2014/main" id="{B36B6FE7-2EF7-46F7-8F26-722B7FD8E6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190750"/>
            <a:ext cx="10153650" cy="11430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chemeClr val="lt2"/>
          </a:solidFill>
          <a:ln xmlns:a="http://schemas.openxmlformats.org/drawingml/2006/main" w="0">
            <a:noFill/>
          </a:ln>
        </p:spPr>
      </p:sp>
      <p:sp>
        <p:nvSpPr>
          <p:cNvPr id="6" name="field:items.0.label">
            <a:extLst xmlns:a="http://schemas.openxmlformats.org/drawingml/2006/main">
              <a:ext uri="{FF2B5EF4-FFF2-40B4-BE49-F238E27FC236}">
                <a16:creationId xmlns:a16="http://schemas.microsoft.com/office/drawing/2014/main" id="{D6939C37-F7D5-4137-A35A-3A7B2DA6302C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1657350" y="2362200"/>
            <a:ext cx="27622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025" b="1" i="0">
                <a:solidFill>
                  <a:schemeClr val="accent1"/>
                </a:solidFill>
                <a:latin typeface="Arial"/>
                <a:ea typeface="Arial"/>
                <a:cs typeface="Arial"/>
              </a:defRPr>
            </a:defPPr>
            <a:lvl1pPr algn="l">
              <a:defRPr sz="2025" b="1" i="0">
                <a:solidFill>
                  <a:schemeClr val="accent1"/>
                </a:solidFill>
                <a:latin typeface="Arial"/>
                <a:ea typeface="Arial"/>
                <a:cs typeface="Arial"/>
              </a:defRPr>
            </a:lvl1pPr>
            <a:lvl2pPr algn="l">
              <a:defRPr sz="2025" b="1" i="0">
                <a:solidFill>
                  <a:schemeClr val="accent1"/>
                </a:solidFill>
                <a:latin typeface="Arial"/>
                <a:ea typeface="Arial"/>
                <a:cs typeface="Arial"/>
              </a:defRPr>
            </a:lvl2pPr>
            <a:lvl3pPr algn="l">
              <a:defRPr sz="2025" b="1" i="0">
                <a:solidFill>
                  <a:schemeClr val="accent1"/>
                </a:solidFill>
                <a:latin typeface="Arial"/>
                <a:ea typeface="Arial"/>
                <a:cs typeface="Arial"/>
              </a:defRPr>
            </a:lvl3pPr>
            <a:lvl4pPr algn="l">
              <a:defRPr sz="2025" b="1" i="0">
                <a:solidFill>
                  <a:schemeClr val="accent1"/>
                </a:solidFill>
                <a:latin typeface="Arial"/>
                <a:ea typeface="Arial"/>
                <a:cs typeface="Arial"/>
              </a:defRPr>
            </a:lvl4pPr>
            <a:lvl5pPr algn="l">
              <a:defRPr sz="2025" b="1" i="0">
                <a:solidFill>
                  <a:schemeClr val="accent1"/>
                </a:solidFill>
                <a:latin typeface="Arial"/>
                <a:ea typeface="Arial"/>
                <a:cs typeface="Arial"/>
              </a:defRPr>
            </a:lvl5pPr>
            <a:lvl6pPr algn="l">
              <a:defRPr sz="2025" b="1" i="0">
                <a:solidFill>
                  <a:schemeClr val="accent1"/>
                </a:solidFill>
                <a:latin typeface="Arial"/>
                <a:ea typeface="Arial"/>
                <a:cs typeface="Arial"/>
              </a:defRPr>
            </a:lvl6pPr>
            <a:lvl7pPr algn="l">
              <a:defRPr sz="2025" b="1" i="0">
                <a:solidFill>
                  <a:schemeClr val="accent1"/>
                </a:solidFill>
                <a:latin typeface="Arial"/>
                <a:ea typeface="Arial"/>
                <a:cs typeface="Arial"/>
              </a:defRPr>
            </a:lvl7pPr>
            <a:lvl8pPr algn="l">
              <a:defRPr sz="2025" b="1" i="0">
                <a:solidFill>
                  <a:schemeClr val="accent1"/>
                </a:solidFill>
                <a:latin typeface="Arial"/>
                <a:ea typeface="Arial"/>
                <a:cs typeface="Arial"/>
              </a:defRPr>
            </a:lvl8pPr>
            <a:lvl9pPr algn="l">
              <a:defRPr sz="2025" b="1" i="0">
                <a:solidFill>
                  <a:schemeClr val="accent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20000"/>
              </a:lnSpc>
              <a:buNone/>
              <a:defRPr sz="2025" b="1" i="0">
                <a:solidFill>
                  <a:schemeClr val="accent1"/>
                </a:solidFill>
                <a:latin typeface="Arial"/>
                <a:ea typeface="Arial"/>
                <a:cs typeface="Arial"/>
              </a:defRPr>
            </a:pPr>
            <a:r>
              <a:rPr sz="2025" b="1" i="0">
                <a:solidFill>
                  <a:schemeClr val="accent1"/>
                </a:solidFill>
                <a:latin typeface="Arial"/>
                <a:ea typeface="Arial"/>
                <a:cs typeface="Arial"/>
              </a:rPr>
              <a:t>Item 1</a:t>
            </a:r>
          </a:p>
        </p:txBody>
      </p:sp>
      <p:sp>
        <p:nvSpPr>
          <p:cNvPr id="7" name="field:items.0.text">
            <a:extLst xmlns:a="http://schemas.openxmlformats.org/drawingml/2006/main">
              <a:ext uri="{FF2B5EF4-FFF2-40B4-BE49-F238E27FC236}">
                <a16:creationId xmlns:a16="http://schemas.microsoft.com/office/drawing/2014/main" id="{119EF06F-AE29-4FD5-8487-2C1E7AD08103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4762500" y="2381250"/>
            <a:ext cx="65913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800" b="0" i="0">
                <a:solidFill>
                  <a:schemeClr val="dk2"/>
                </a:solidFill>
                <a:latin typeface="Arial"/>
                <a:ea typeface="Arial"/>
                <a:cs typeface="Arial"/>
              </a:defRPr>
            </a:defPPr>
            <a:lvl1pPr algn="l">
              <a:defRPr sz="1800" b="0" i="0">
                <a:solidFill>
                  <a:schemeClr val="dk2"/>
                </a:solidFill>
                <a:latin typeface="Arial"/>
                <a:ea typeface="Arial"/>
                <a:cs typeface="Arial"/>
              </a:defRPr>
            </a:lvl1pPr>
            <a:lvl2pPr algn="l">
              <a:defRPr sz="1800" b="0" i="0">
                <a:solidFill>
                  <a:schemeClr val="dk2"/>
                </a:solidFill>
                <a:latin typeface="Arial"/>
                <a:ea typeface="Arial"/>
                <a:cs typeface="Arial"/>
              </a:defRPr>
            </a:lvl2pPr>
            <a:lvl3pPr algn="l">
              <a:defRPr sz="1800" b="0" i="0">
                <a:solidFill>
                  <a:schemeClr val="dk2"/>
                </a:solidFill>
                <a:latin typeface="Arial"/>
                <a:ea typeface="Arial"/>
                <a:cs typeface="Arial"/>
              </a:defRPr>
            </a:lvl3pPr>
            <a:lvl4pPr algn="l">
              <a:defRPr sz="1800" b="0" i="0">
                <a:solidFill>
                  <a:schemeClr val="dk2"/>
                </a:solidFill>
                <a:latin typeface="Arial"/>
                <a:ea typeface="Arial"/>
                <a:cs typeface="Arial"/>
              </a:defRPr>
            </a:lvl4pPr>
            <a:lvl5pPr algn="l">
              <a:defRPr sz="1800" b="0" i="0">
                <a:solidFill>
                  <a:schemeClr val="dk2"/>
                </a:solidFill>
                <a:latin typeface="Arial"/>
                <a:ea typeface="Arial"/>
                <a:cs typeface="Arial"/>
              </a:defRPr>
            </a:lvl5pPr>
            <a:lvl6pPr algn="l">
              <a:defRPr sz="1800" b="0" i="0">
                <a:solidFill>
                  <a:schemeClr val="dk2"/>
                </a:solidFill>
                <a:latin typeface="Arial"/>
                <a:ea typeface="Arial"/>
                <a:cs typeface="Arial"/>
              </a:defRPr>
            </a:lvl6pPr>
            <a:lvl7pPr algn="l">
              <a:defRPr sz="1800" b="0" i="0">
                <a:solidFill>
                  <a:schemeClr val="dk2"/>
                </a:solidFill>
                <a:latin typeface="Arial"/>
                <a:ea typeface="Arial"/>
                <a:cs typeface="Arial"/>
              </a:defRPr>
            </a:lvl7pPr>
            <a:lvl8pPr algn="l">
              <a:defRPr sz="1800" b="0" i="0">
                <a:solidFill>
                  <a:schemeClr val="dk2"/>
                </a:solidFill>
                <a:latin typeface="Arial"/>
                <a:ea typeface="Arial"/>
                <a:cs typeface="Arial"/>
              </a:defRPr>
            </a:lvl8pPr>
            <a:lvl9pPr algn="l">
              <a:defRPr sz="1800" b="0" i="0">
                <a:solidFill>
                  <a:schemeClr val="dk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20000"/>
              </a:lnSpc>
              <a:buNone/>
              <a:defRPr sz="1800" b="0" i="0">
                <a:solidFill>
                  <a:schemeClr val="dk2"/>
                </a:solidFill>
                <a:latin typeface="Arial"/>
                <a:ea typeface="Arial"/>
                <a:cs typeface="Arial"/>
              </a:defRPr>
            </a:pPr>
            <a:r>
              <a:rPr sz="1800" b="0" i="0">
                <a:solidFill>
                  <a:schemeClr val="dk2"/>
                </a:solidFill>
                <a:latin typeface="Arial"/>
                <a:ea typeface="Arial"/>
                <a:cs typeface="Arial"/>
              </a:rPr>
              <a:t>Supporting detail</a:t>
            </a:r>
          </a:p>
        </p:txBody>
      </p:sp>
      <p:sp>
        <p:nvSpPr>
          <p:cNvPr id="8" name="design:7">
            <a:extLst xmlns:a="http://schemas.openxmlformats.org/drawingml/2006/main">
              <a:ext uri="{FF2B5EF4-FFF2-40B4-BE49-F238E27FC236}">
                <a16:creationId xmlns:a16="http://schemas.microsoft.com/office/drawing/2014/main" id="{EE70F33F-A00F-4B12-8CA1-DB29BD3F71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695700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 w="0">
            <a:noFill/>
          </a:ln>
        </p:spPr>
      </p:sp>
      <p:sp>
        <p:nvSpPr>
          <p:cNvPr id="9" name="design:8">
            <a:extLst xmlns:a="http://schemas.openxmlformats.org/drawingml/2006/main">
              <a:ext uri="{FF2B5EF4-FFF2-40B4-BE49-F238E27FC236}">
                <a16:creationId xmlns:a16="http://schemas.microsoft.com/office/drawing/2014/main" id="{42B672D1-1610-4687-988E-2B6F5EDB51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486150"/>
            <a:ext cx="10153650" cy="11430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chemeClr val="lt2"/>
          </a:solidFill>
          <a:ln xmlns:a="http://schemas.openxmlformats.org/drawingml/2006/main" w="0">
            <a:noFill/>
          </a:ln>
        </p:spPr>
      </p:sp>
      <p:sp>
        <p:nvSpPr>
          <p:cNvPr id="10" name="field:items.1.label">
            <a:extLst xmlns:a="http://schemas.openxmlformats.org/drawingml/2006/main">
              <a:ext uri="{FF2B5EF4-FFF2-40B4-BE49-F238E27FC236}">
                <a16:creationId xmlns:a16="http://schemas.microsoft.com/office/drawing/2014/main" id="{7355349A-7A5D-455D-9D19-0B3E9CA5B454}"/>
              </a:ext>
            </a:extLst>
          </p:cNvPr>
          <p:cNvSpPr>
            <a:spLocks xmlns:a="http://schemas.openxmlformats.org/drawingml/2006/main" noGrp="1"/>
          </p:cNvSpPr>
          <p:nvPr>
            <p:ph type="body" idx="4"/>
          </p:nvPr>
        </p:nvSpPr>
        <p:spPr>
          <a:xfrm xmlns:a="http://schemas.openxmlformats.org/drawingml/2006/main">
            <a:off x="1657350" y="3657600"/>
            <a:ext cx="27622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025" b="1" i="0">
                <a:solidFill>
                  <a:schemeClr val="accent1"/>
                </a:solidFill>
                <a:latin typeface="Arial"/>
                <a:ea typeface="Arial"/>
                <a:cs typeface="Arial"/>
              </a:defRPr>
            </a:defPPr>
            <a:lvl1pPr algn="l">
              <a:defRPr sz="2025" b="1" i="0">
                <a:solidFill>
                  <a:schemeClr val="accent1"/>
                </a:solidFill>
                <a:latin typeface="Arial"/>
                <a:ea typeface="Arial"/>
                <a:cs typeface="Arial"/>
              </a:defRPr>
            </a:lvl1pPr>
            <a:lvl2pPr algn="l">
              <a:defRPr sz="2025" b="1" i="0">
                <a:solidFill>
                  <a:schemeClr val="accent1"/>
                </a:solidFill>
                <a:latin typeface="Arial"/>
                <a:ea typeface="Arial"/>
                <a:cs typeface="Arial"/>
              </a:defRPr>
            </a:lvl2pPr>
            <a:lvl3pPr algn="l">
              <a:defRPr sz="2025" b="1" i="0">
                <a:solidFill>
                  <a:schemeClr val="accent1"/>
                </a:solidFill>
                <a:latin typeface="Arial"/>
                <a:ea typeface="Arial"/>
                <a:cs typeface="Arial"/>
              </a:defRPr>
            </a:lvl3pPr>
            <a:lvl4pPr algn="l">
              <a:defRPr sz="2025" b="1" i="0">
                <a:solidFill>
                  <a:schemeClr val="accent1"/>
                </a:solidFill>
                <a:latin typeface="Arial"/>
                <a:ea typeface="Arial"/>
                <a:cs typeface="Arial"/>
              </a:defRPr>
            </a:lvl4pPr>
            <a:lvl5pPr algn="l">
              <a:defRPr sz="2025" b="1" i="0">
                <a:solidFill>
                  <a:schemeClr val="accent1"/>
                </a:solidFill>
                <a:latin typeface="Arial"/>
                <a:ea typeface="Arial"/>
                <a:cs typeface="Arial"/>
              </a:defRPr>
            </a:lvl5pPr>
            <a:lvl6pPr algn="l">
              <a:defRPr sz="2025" b="1" i="0">
                <a:solidFill>
                  <a:schemeClr val="accent1"/>
                </a:solidFill>
                <a:latin typeface="Arial"/>
                <a:ea typeface="Arial"/>
                <a:cs typeface="Arial"/>
              </a:defRPr>
            </a:lvl6pPr>
            <a:lvl7pPr algn="l">
              <a:defRPr sz="2025" b="1" i="0">
                <a:solidFill>
                  <a:schemeClr val="accent1"/>
                </a:solidFill>
                <a:latin typeface="Arial"/>
                <a:ea typeface="Arial"/>
                <a:cs typeface="Arial"/>
              </a:defRPr>
            </a:lvl7pPr>
            <a:lvl8pPr algn="l">
              <a:defRPr sz="2025" b="1" i="0">
                <a:solidFill>
                  <a:schemeClr val="accent1"/>
                </a:solidFill>
                <a:latin typeface="Arial"/>
                <a:ea typeface="Arial"/>
                <a:cs typeface="Arial"/>
              </a:defRPr>
            </a:lvl8pPr>
            <a:lvl9pPr algn="l">
              <a:defRPr sz="2025" b="1" i="0">
                <a:solidFill>
                  <a:schemeClr val="accent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20000"/>
              </a:lnSpc>
              <a:buNone/>
              <a:defRPr sz="2025" b="1" i="0">
                <a:solidFill>
                  <a:schemeClr val="accent1"/>
                </a:solidFill>
                <a:latin typeface="Arial"/>
                <a:ea typeface="Arial"/>
                <a:cs typeface="Arial"/>
              </a:defRPr>
            </a:pPr>
            <a:r>
              <a:rPr sz="2025" b="1" i="0">
                <a:solidFill>
                  <a:schemeClr val="accent1"/>
                </a:solidFill>
                <a:latin typeface="Arial"/>
                <a:ea typeface="Arial"/>
                <a:cs typeface="Arial"/>
              </a:rPr>
              <a:t>Item 2</a:t>
            </a:r>
          </a:p>
        </p:txBody>
      </p:sp>
      <p:sp>
        <p:nvSpPr>
          <p:cNvPr id="11" name="field:items.1.text">
            <a:extLst xmlns:a="http://schemas.openxmlformats.org/drawingml/2006/main">
              <a:ext uri="{FF2B5EF4-FFF2-40B4-BE49-F238E27FC236}">
                <a16:creationId xmlns:a16="http://schemas.microsoft.com/office/drawing/2014/main" id="{5F046493-7EF6-4D84-B25F-285F52674BC8}"/>
              </a:ext>
            </a:extLst>
          </p:cNvPr>
          <p:cNvSpPr>
            <a:spLocks xmlns:a="http://schemas.openxmlformats.org/drawingml/2006/main" noGrp="1"/>
          </p:cNvSpPr>
          <p:nvPr>
            <p:ph type="body" idx="5"/>
          </p:nvPr>
        </p:nvSpPr>
        <p:spPr>
          <a:xfrm xmlns:a="http://schemas.openxmlformats.org/drawingml/2006/main">
            <a:off x="4762500" y="3676650"/>
            <a:ext cx="65913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800" b="0" i="0">
                <a:solidFill>
                  <a:schemeClr val="dk2"/>
                </a:solidFill>
                <a:latin typeface="Arial"/>
                <a:ea typeface="Arial"/>
                <a:cs typeface="Arial"/>
              </a:defRPr>
            </a:defPPr>
            <a:lvl1pPr algn="l">
              <a:defRPr sz="1800" b="0" i="0">
                <a:solidFill>
                  <a:schemeClr val="dk2"/>
                </a:solidFill>
                <a:latin typeface="Arial"/>
                <a:ea typeface="Arial"/>
                <a:cs typeface="Arial"/>
              </a:defRPr>
            </a:lvl1pPr>
            <a:lvl2pPr algn="l">
              <a:defRPr sz="1800" b="0" i="0">
                <a:solidFill>
                  <a:schemeClr val="dk2"/>
                </a:solidFill>
                <a:latin typeface="Arial"/>
                <a:ea typeface="Arial"/>
                <a:cs typeface="Arial"/>
              </a:defRPr>
            </a:lvl2pPr>
            <a:lvl3pPr algn="l">
              <a:defRPr sz="1800" b="0" i="0">
                <a:solidFill>
                  <a:schemeClr val="dk2"/>
                </a:solidFill>
                <a:latin typeface="Arial"/>
                <a:ea typeface="Arial"/>
                <a:cs typeface="Arial"/>
              </a:defRPr>
            </a:lvl3pPr>
            <a:lvl4pPr algn="l">
              <a:defRPr sz="1800" b="0" i="0">
                <a:solidFill>
                  <a:schemeClr val="dk2"/>
                </a:solidFill>
                <a:latin typeface="Arial"/>
                <a:ea typeface="Arial"/>
                <a:cs typeface="Arial"/>
              </a:defRPr>
            </a:lvl4pPr>
            <a:lvl5pPr algn="l">
              <a:defRPr sz="1800" b="0" i="0">
                <a:solidFill>
                  <a:schemeClr val="dk2"/>
                </a:solidFill>
                <a:latin typeface="Arial"/>
                <a:ea typeface="Arial"/>
                <a:cs typeface="Arial"/>
              </a:defRPr>
            </a:lvl5pPr>
            <a:lvl6pPr algn="l">
              <a:defRPr sz="1800" b="0" i="0">
                <a:solidFill>
                  <a:schemeClr val="dk2"/>
                </a:solidFill>
                <a:latin typeface="Arial"/>
                <a:ea typeface="Arial"/>
                <a:cs typeface="Arial"/>
              </a:defRPr>
            </a:lvl6pPr>
            <a:lvl7pPr algn="l">
              <a:defRPr sz="1800" b="0" i="0">
                <a:solidFill>
                  <a:schemeClr val="dk2"/>
                </a:solidFill>
                <a:latin typeface="Arial"/>
                <a:ea typeface="Arial"/>
                <a:cs typeface="Arial"/>
              </a:defRPr>
            </a:lvl7pPr>
            <a:lvl8pPr algn="l">
              <a:defRPr sz="1800" b="0" i="0">
                <a:solidFill>
                  <a:schemeClr val="dk2"/>
                </a:solidFill>
                <a:latin typeface="Arial"/>
                <a:ea typeface="Arial"/>
                <a:cs typeface="Arial"/>
              </a:defRPr>
            </a:lvl8pPr>
            <a:lvl9pPr algn="l">
              <a:defRPr sz="1800" b="0" i="0">
                <a:solidFill>
                  <a:schemeClr val="dk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20000"/>
              </a:lnSpc>
              <a:buNone/>
              <a:defRPr sz="1800" b="0" i="0">
                <a:solidFill>
                  <a:schemeClr val="dk2"/>
                </a:solidFill>
                <a:latin typeface="Arial"/>
                <a:ea typeface="Arial"/>
                <a:cs typeface="Arial"/>
              </a:defRPr>
            </a:pPr>
            <a:r>
              <a:rPr sz="1800" b="0" i="0">
                <a:solidFill>
                  <a:schemeClr val="dk2"/>
                </a:solidFill>
                <a:latin typeface="Arial"/>
                <a:ea typeface="Arial"/>
                <a:cs typeface="Arial"/>
              </a:rPr>
              <a:t>Supporting detail</a:t>
            </a:r>
          </a:p>
        </p:txBody>
      </p:sp>
      <p:sp>
        <p:nvSpPr>
          <p:cNvPr id="12" name="design:11">
            <a:extLst xmlns:a="http://schemas.openxmlformats.org/drawingml/2006/main">
              <a:ext uri="{FF2B5EF4-FFF2-40B4-BE49-F238E27FC236}">
                <a16:creationId xmlns:a16="http://schemas.microsoft.com/office/drawing/2014/main" id="{C903FBB7-E647-4CA5-A194-D08B6DD8C0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991100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 w="0">
            <a:noFill/>
          </a:ln>
        </p:spPr>
      </p:sp>
      <p:sp>
        <p:nvSpPr>
          <p:cNvPr id="13" name="design:12">
            <a:extLst xmlns:a="http://schemas.openxmlformats.org/drawingml/2006/main">
              <a:ext uri="{FF2B5EF4-FFF2-40B4-BE49-F238E27FC236}">
                <a16:creationId xmlns:a16="http://schemas.microsoft.com/office/drawing/2014/main" id="{886960A5-A6F5-4995-BC31-71EE4DADF6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781550"/>
            <a:ext cx="10153650" cy="11430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chemeClr val="lt2"/>
          </a:solidFill>
          <a:ln xmlns:a="http://schemas.openxmlformats.org/drawingml/2006/main" w="0">
            <a:noFill/>
          </a:ln>
        </p:spPr>
      </p:sp>
      <p:sp>
        <p:nvSpPr>
          <p:cNvPr id="14" name="field:items.2.label">
            <a:extLst xmlns:a="http://schemas.openxmlformats.org/drawingml/2006/main">
              <a:ext uri="{FF2B5EF4-FFF2-40B4-BE49-F238E27FC236}">
                <a16:creationId xmlns:a16="http://schemas.microsoft.com/office/drawing/2014/main" id="{F8704DEB-9109-470C-9270-A3EF44CDC7A2}"/>
              </a:ext>
            </a:extLst>
          </p:cNvPr>
          <p:cNvSpPr>
            <a:spLocks xmlns:a="http://schemas.openxmlformats.org/drawingml/2006/main" noGrp="1"/>
          </p:cNvSpPr>
          <p:nvPr>
            <p:ph type="body" idx="6"/>
          </p:nvPr>
        </p:nvSpPr>
        <p:spPr>
          <a:xfrm xmlns:a="http://schemas.openxmlformats.org/drawingml/2006/main">
            <a:off x="1657350" y="4953000"/>
            <a:ext cx="27622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025" b="1" i="0">
                <a:solidFill>
                  <a:schemeClr val="accent1"/>
                </a:solidFill>
                <a:latin typeface="Arial"/>
                <a:ea typeface="Arial"/>
                <a:cs typeface="Arial"/>
              </a:defRPr>
            </a:defPPr>
            <a:lvl1pPr algn="l">
              <a:defRPr sz="2025" b="1" i="0">
                <a:solidFill>
                  <a:schemeClr val="accent1"/>
                </a:solidFill>
                <a:latin typeface="Arial"/>
                <a:ea typeface="Arial"/>
                <a:cs typeface="Arial"/>
              </a:defRPr>
            </a:lvl1pPr>
            <a:lvl2pPr algn="l">
              <a:defRPr sz="2025" b="1" i="0">
                <a:solidFill>
                  <a:schemeClr val="accent1"/>
                </a:solidFill>
                <a:latin typeface="Arial"/>
                <a:ea typeface="Arial"/>
                <a:cs typeface="Arial"/>
              </a:defRPr>
            </a:lvl2pPr>
            <a:lvl3pPr algn="l">
              <a:defRPr sz="2025" b="1" i="0">
                <a:solidFill>
                  <a:schemeClr val="accent1"/>
                </a:solidFill>
                <a:latin typeface="Arial"/>
                <a:ea typeface="Arial"/>
                <a:cs typeface="Arial"/>
              </a:defRPr>
            </a:lvl3pPr>
            <a:lvl4pPr algn="l">
              <a:defRPr sz="2025" b="1" i="0">
                <a:solidFill>
                  <a:schemeClr val="accent1"/>
                </a:solidFill>
                <a:latin typeface="Arial"/>
                <a:ea typeface="Arial"/>
                <a:cs typeface="Arial"/>
              </a:defRPr>
            </a:lvl4pPr>
            <a:lvl5pPr algn="l">
              <a:defRPr sz="2025" b="1" i="0">
                <a:solidFill>
                  <a:schemeClr val="accent1"/>
                </a:solidFill>
                <a:latin typeface="Arial"/>
                <a:ea typeface="Arial"/>
                <a:cs typeface="Arial"/>
              </a:defRPr>
            </a:lvl5pPr>
            <a:lvl6pPr algn="l">
              <a:defRPr sz="2025" b="1" i="0">
                <a:solidFill>
                  <a:schemeClr val="accent1"/>
                </a:solidFill>
                <a:latin typeface="Arial"/>
                <a:ea typeface="Arial"/>
                <a:cs typeface="Arial"/>
              </a:defRPr>
            </a:lvl6pPr>
            <a:lvl7pPr algn="l">
              <a:defRPr sz="2025" b="1" i="0">
                <a:solidFill>
                  <a:schemeClr val="accent1"/>
                </a:solidFill>
                <a:latin typeface="Arial"/>
                <a:ea typeface="Arial"/>
                <a:cs typeface="Arial"/>
              </a:defRPr>
            </a:lvl7pPr>
            <a:lvl8pPr algn="l">
              <a:defRPr sz="2025" b="1" i="0">
                <a:solidFill>
                  <a:schemeClr val="accent1"/>
                </a:solidFill>
                <a:latin typeface="Arial"/>
                <a:ea typeface="Arial"/>
                <a:cs typeface="Arial"/>
              </a:defRPr>
            </a:lvl8pPr>
            <a:lvl9pPr algn="l">
              <a:defRPr sz="2025" b="1" i="0">
                <a:solidFill>
                  <a:schemeClr val="accent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20000"/>
              </a:lnSpc>
              <a:buNone/>
              <a:defRPr sz="2025" b="1" i="0">
                <a:solidFill>
                  <a:schemeClr val="accent1"/>
                </a:solidFill>
                <a:latin typeface="Arial"/>
                <a:ea typeface="Arial"/>
                <a:cs typeface="Arial"/>
              </a:defRPr>
            </a:pPr>
            <a:r>
              <a:rPr sz="2025" b="1" i="0">
                <a:solidFill>
                  <a:schemeClr val="accent1"/>
                </a:solidFill>
                <a:latin typeface="Arial"/>
                <a:ea typeface="Arial"/>
                <a:cs typeface="Arial"/>
              </a:rPr>
              <a:t>Item 3</a:t>
            </a:r>
          </a:p>
        </p:txBody>
      </p:sp>
      <p:sp>
        <p:nvSpPr>
          <p:cNvPr id="15" name="field:items.2.text">
            <a:extLst xmlns:a="http://schemas.openxmlformats.org/drawingml/2006/main">
              <a:ext uri="{FF2B5EF4-FFF2-40B4-BE49-F238E27FC236}">
                <a16:creationId xmlns:a16="http://schemas.microsoft.com/office/drawing/2014/main" id="{83E1BCC9-5022-4E3B-96B8-0DECD694C220}"/>
              </a:ext>
            </a:extLst>
          </p:cNvPr>
          <p:cNvSpPr>
            <a:spLocks xmlns:a="http://schemas.openxmlformats.org/drawingml/2006/main" noGrp="1"/>
          </p:cNvSpPr>
          <p:nvPr>
            <p:ph type="body" idx="7"/>
          </p:nvPr>
        </p:nvSpPr>
        <p:spPr>
          <a:xfrm xmlns:a="http://schemas.openxmlformats.org/drawingml/2006/main">
            <a:off x="4762500" y="4972050"/>
            <a:ext cx="65913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800" b="0" i="0">
                <a:solidFill>
                  <a:schemeClr val="dk2"/>
                </a:solidFill>
                <a:latin typeface="Arial"/>
                <a:ea typeface="Arial"/>
                <a:cs typeface="Arial"/>
              </a:defRPr>
            </a:defPPr>
            <a:lvl1pPr algn="l">
              <a:defRPr sz="1800" b="0" i="0">
                <a:solidFill>
                  <a:schemeClr val="dk2"/>
                </a:solidFill>
                <a:latin typeface="Arial"/>
                <a:ea typeface="Arial"/>
                <a:cs typeface="Arial"/>
              </a:defRPr>
            </a:lvl1pPr>
            <a:lvl2pPr algn="l">
              <a:defRPr sz="1800" b="0" i="0">
                <a:solidFill>
                  <a:schemeClr val="dk2"/>
                </a:solidFill>
                <a:latin typeface="Arial"/>
                <a:ea typeface="Arial"/>
                <a:cs typeface="Arial"/>
              </a:defRPr>
            </a:lvl2pPr>
            <a:lvl3pPr algn="l">
              <a:defRPr sz="1800" b="0" i="0">
                <a:solidFill>
                  <a:schemeClr val="dk2"/>
                </a:solidFill>
                <a:latin typeface="Arial"/>
                <a:ea typeface="Arial"/>
                <a:cs typeface="Arial"/>
              </a:defRPr>
            </a:lvl3pPr>
            <a:lvl4pPr algn="l">
              <a:defRPr sz="1800" b="0" i="0">
                <a:solidFill>
                  <a:schemeClr val="dk2"/>
                </a:solidFill>
                <a:latin typeface="Arial"/>
                <a:ea typeface="Arial"/>
                <a:cs typeface="Arial"/>
              </a:defRPr>
            </a:lvl4pPr>
            <a:lvl5pPr algn="l">
              <a:defRPr sz="1800" b="0" i="0">
                <a:solidFill>
                  <a:schemeClr val="dk2"/>
                </a:solidFill>
                <a:latin typeface="Arial"/>
                <a:ea typeface="Arial"/>
                <a:cs typeface="Arial"/>
              </a:defRPr>
            </a:lvl5pPr>
            <a:lvl6pPr algn="l">
              <a:defRPr sz="1800" b="0" i="0">
                <a:solidFill>
                  <a:schemeClr val="dk2"/>
                </a:solidFill>
                <a:latin typeface="Arial"/>
                <a:ea typeface="Arial"/>
                <a:cs typeface="Arial"/>
              </a:defRPr>
            </a:lvl6pPr>
            <a:lvl7pPr algn="l">
              <a:defRPr sz="1800" b="0" i="0">
                <a:solidFill>
                  <a:schemeClr val="dk2"/>
                </a:solidFill>
                <a:latin typeface="Arial"/>
                <a:ea typeface="Arial"/>
                <a:cs typeface="Arial"/>
              </a:defRPr>
            </a:lvl7pPr>
            <a:lvl8pPr algn="l">
              <a:defRPr sz="1800" b="0" i="0">
                <a:solidFill>
                  <a:schemeClr val="dk2"/>
                </a:solidFill>
                <a:latin typeface="Arial"/>
                <a:ea typeface="Arial"/>
                <a:cs typeface="Arial"/>
              </a:defRPr>
            </a:lvl8pPr>
            <a:lvl9pPr algn="l">
              <a:defRPr sz="1800" b="0" i="0">
                <a:solidFill>
                  <a:schemeClr val="dk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20000"/>
              </a:lnSpc>
              <a:buNone/>
              <a:defRPr sz="1800" b="0" i="0">
                <a:solidFill>
                  <a:schemeClr val="dk2"/>
                </a:solidFill>
                <a:latin typeface="Arial"/>
                <a:ea typeface="Arial"/>
                <a:cs typeface="Arial"/>
              </a:defRPr>
            </a:pPr>
            <a:r>
              <a:rPr sz="1800" b="0" i="0">
                <a:solidFill>
                  <a:schemeClr val="dk2"/>
                </a:solidFill>
                <a:latin typeface="Arial"/>
                <a:ea typeface="Arial"/>
                <a:cs typeface="Arial"/>
              </a:rPr>
              <a:t>Supporting detail</a:t>
            </a:r>
          </a:p>
        </p:txBody>
      </p:sp>
    </p:spTree>
  </p:cSld>
  <p:clrMapOvr>
    <a:masterClrMapping/>
  </p:clrMapOvr>
</p:sldLayout>
</file>

<file path=ppt/slideLayouts/slideLayoutPresenton12.xml><?xml version="1.0" encoding="utf-8"?>
<p:sldLayout xmlns:p="http://schemas.openxmlformats.org/presentationml/2006/main" xmlns:a="http://schemas.openxmlformats.org/drawingml/2006/main" xmlns:r="http://schemas.openxmlformats.org/officeDocument/2006/relationships" type="cust" preserve="1">
  <p:cSld name="spotlight">
    <p:spTree>
      <p:nvGrpSpPr>
        <p:cNvPr id="1" name=""/>
        <p:cNvGrpSpPr/>
        <p:nvPr/>
      </p:nvGrpSpPr>
      <p:grpSpPr/>
      <p:sp>
        <p:nvSpPr>
          <p:cNvPr id="7" name="design:0">
            <a:extLst xmlns:a="http://schemas.openxmlformats.org/drawingml/2006/main">
              <a:ext uri="{FF2B5EF4-FFF2-40B4-BE49-F238E27FC236}">
                <a16:creationId xmlns:a16="http://schemas.microsoft.com/office/drawing/2014/main" id="{038357D1-E779-4ACA-B004-AB4D00C9B1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5300"/>
            <a:ext cx="9144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 w="0">
            <a:noFill/>
          </a:ln>
        </p:spPr>
      </p:sp>
      <p:sp>
        <p:nvSpPr>
          <p:cNvPr id="2" name="field:kicker">
            <a:extLst xmlns:a="http://schemas.openxmlformats.org/drawingml/2006/main">
              <a:ext uri="{FF2B5EF4-FFF2-40B4-BE49-F238E27FC236}">
                <a16:creationId xmlns:a16="http://schemas.microsoft.com/office/drawing/2014/main" id="{BE1EF6E1-E532-40FB-927C-84FB8B0CCC27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09600" y="838200"/>
            <a:ext cx="10972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500" b="1" i="0">
                <a:solidFill>
                  <a:schemeClr val="accent1"/>
                </a:solidFill>
                <a:latin typeface="Arial"/>
                <a:ea typeface="Arial"/>
                <a:cs typeface="Arial"/>
              </a:defRPr>
            </a:defPPr>
            <a:lvl1pPr algn="l">
              <a:defRPr sz="1500" b="1" i="0">
                <a:solidFill>
                  <a:schemeClr val="accent1"/>
                </a:solidFill>
                <a:latin typeface="Arial"/>
                <a:ea typeface="Arial"/>
                <a:cs typeface="Arial"/>
              </a:defRPr>
            </a:lvl1pPr>
            <a:lvl2pPr algn="l">
              <a:defRPr sz="1500" b="1" i="0">
                <a:solidFill>
                  <a:schemeClr val="accent1"/>
                </a:solidFill>
                <a:latin typeface="Arial"/>
                <a:ea typeface="Arial"/>
                <a:cs typeface="Arial"/>
              </a:defRPr>
            </a:lvl2pPr>
            <a:lvl3pPr algn="l">
              <a:defRPr sz="1500" b="1" i="0">
                <a:solidFill>
                  <a:schemeClr val="accent1"/>
                </a:solidFill>
                <a:latin typeface="Arial"/>
                <a:ea typeface="Arial"/>
                <a:cs typeface="Arial"/>
              </a:defRPr>
            </a:lvl3pPr>
            <a:lvl4pPr algn="l">
              <a:defRPr sz="1500" b="1" i="0">
                <a:solidFill>
                  <a:schemeClr val="accent1"/>
                </a:solidFill>
                <a:latin typeface="Arial"/>
                <a:ea typeface="Arial"/>
                <a:cs typeface="Arial"/>
              </a:defRPr>
            </a:lvl4pPr>
            <a:lvl5pPr algn="l">
              <a:defRPr sz="1500" b="1" i="0">
                <a:solidFill>
                  <a:schemeClr val="accent1"/>
                </a:solidFill>
                <a:latin typeface="Arial"/>
                <a:ea typeface="Arial"/>
                <a:cs typeface="Arial"/>
              </a:defRPr>
            </a:lvl5pPr>
            <a:lvl6pPr algn="l">
              <a:defRPr sz="1500" b="1" i="0">
                <a:solidFill>
                  <a:schemeClr val="accent1"/>
                </a:solidFill>
                <a:latin typeface="Arial"/>
                <a:ea typeface="Arial"/>
                <a:cs typeface="Arial"/>
              </a:defRPr>
            </a:lvl6pPr>
            <a:lvl7pPr algn="l">
              <a:defRPr sz="1500" b="1" i="0">
                <a:solidFill>
                  <a:schemeClr val="accent1"/>
                </a:solidFill>
                <a:latin typeface="Arial"/>
                <a:ea typeface="Arial"/>
                <a:cs typeface="Arial"/>
              </a:defRPr>
            </a:lvl7pPr>
            <a:lvl8pPr algn="l">
              <a:defRPr sz="1500" b="1" i="0">
                <a:solidFill>
                  <a:schemeClr val="accent1"/>
                </a:solidFill>
                <a:latin typeface="Arial"/>
                <a:ea typeface="Arial"/>
                <a:cs typeface="Arial"/>
              </a:defRPr>
            </a:lvl8pPr>
            <a:lvl9pPr algn="l">
              <a:defRPr sz="1500" b="1" i="0">
                <a:solidFill>
                  <a:schemeClr val="accent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20000"/>
              </a:lnSpc>
              <a:buNone/>
              <a:defRPr sz="1500" b="1" i="0">
                <a:solidFill>
                  <a:schemeClr val="accent1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chemeClr val="accent1"/>
                </a:solidFill>
                <a:latin typeface="Arial"/>
                <a:ea typeface="Arial"/>
                <a:cs typeface="Arial"/>
              </a:rPr>
              <a:t>SECTION</a:t>
            </a:r>
          </a:p>
        </p:txBody>
      </p:sp>
      <p:sp>
        <p:nvSpPr>
          <p:cNvPr id="3" name="field:title">
            <a:extLst xmlns:a="http://schemas.openxmlformats.org/drawingml/2006/main">
              <a:ext uri="{FF2B5EF4-FFF2-40B4-BE49-F238E27FC236}">
                <a16:creationId xmlns:a16="http://schemas.microsoft.com/office/drawing/2014/main" id="{E656A151-BBDB-4F5B-9FD8-B6067DE2445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09600" y="1619250"/>
            <a:ext cx="1097280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4500" b="1" i="0">
                <a:solidFill>
                  <a:schemeClr val="dk2"/>
                </a:solidFill>
                <a:latin typeface="Arial"/>
                <a:ea typeface="Arial"/>
                <a:cs typeface="Arial"/>
              </a:defRPr>
            </a:defPPr>
            <a:lvl1pPr algn="l">
              <a:defRPr sz="4500" b="1" i="0">
                <a:solidFill>
                  <a:schemeClr val="dk2"/>
                </a:solidFill>
                <a:latin typeface="Arial"/>
                <a:ea typeface="Arial"/>
                <a:cs typeface="Arial"/>
              </a:defRPr>
            </a:lvl1pPr>
            <a:lvl2pPr algn="l">
              <a:defRPr sz="4500" b="1" i="0">
                <a:solidFill>
                  <a:schemeClr val="dk2"/>
                </a:solidFill>
                <a:latin typeface="Arial"/>
                <a:ea typeface="Arial"/>
                <a:cs typeface="Arial"/>
              </a:defRPr>
            </a:lvl2pPr>
            <a:lvl3pPr algn="l">
              <a:defRPr sz="4500" b="1" i="0">
                <a:solidFill>
                  <a:schemeClr val="dk2"/>
                </a:solidFill>
                <a:latin typeface="Arial"/>
                <a:ea typeface="Arial"/>
                <a:cs typeface="Arial"/>
              </a:defRPr>
            </a:lvl3pPr>
            <a:lvl4pPr algn="l">
              <a:defRPr sz="4500" b="1" i="0">
                <a:solidFill>
                  <a:schemeClr val="dk2"/>
                </a:solidFill>
                <a:latin typeface="Arial"/>
                <a:ea typeface="Arial"/>
                <a:cs typeface="Arial"/>
              </a:defRPr>
            </a:lvl4pPr>
            <a:lvl5pPr algn="l">
              <a:defRPr sz="4500" b="1" i="0">
                <a:solidFill>
                  <a:schemeClr val="dk2"/>
                </a:solidFill>
                <a:latin typeface="Arial"/>
                <a:ea typeface="Arial"/>
                <a:cs typeface="Arial"/>
              </a:defRPr>
            </a:lvl5pPr>
            <a:lvl6pPr algn="l">
              <a:defRPr sz="4500" b="1" i="0">
                <a:solidFill>
                  <a:schemeClr val="dk2"/>
                </a:solidFill>
                <a:latin typeface="Arial"/>
                <a:ea typeface="Arial"/>
                <a:cs typeface="Arial"/>
              </a:defRPr>
            </a:lvl6pPr>
            <a:lvl7pPr algn="l">
              <a:defRPr sz="4500" b="1" i="0">
                <a:solidFill>
                  <a:schemeClr val="dk2"/>
                </a:solidFill>
                <a:latin typeface="Arial"/>
                <a:ea typeface="Arial"/>
                <a:cs typeface="Arial"/>
              </a:defRPr>
            </a:lvl7pPr>
            <a:lvl8pPr algn="l">
              <a:defRPr sz="4500" b="1" i="0">
                <a:solidFill>
                  <a:schemeClr val="dk2"/>
                </a:solidFill>
                <a:latin typeface="Arial"/>
                <a:ea typeface="Arial"/>
                <a:cs typeface="Arial"/>
              </a:defRPr>
            </a:lvl8pPr>
            <a:lvl9pPr algn="l">
              <a:defRPr sz="4500" b="1" i="0">
                <a:solidFill>
                  <a:schemeClr val="dk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20000"/>
              </a:lnSpc>
              <a:buNone/>
              <a:defRPr sz="4500" b="1" i="0">
                <a:solidFill>
                  <a:schemeClr val="dk2"/>
                </a:solidFill>
                <a:latin typeface="Arial"/>
                <a:ea typeface="Arial"/>
                <a:cs typeface="Arial"/>
              </a:defRPr>
            </a:pPr>
            <a:r>
              <a:rPr sz="4500" b="1" i="0">
                <a:solidFill>
                  <a:schemeClr val="dk2"/>
                </a:solidFill>
                <a:latin typeface="Arial"/>
                <a:ea typeface="Arial"/>
                <a:cs typeface="Arial"/>
              </a:rPr>
              <a:t>Idea spotlight</a:t>
            </a:r>
          </a:p>
        </p:txBody>
      </p:sp>
      <p:sp>
        <p:nvSpPr>
          <p:cNvPr id="4" name="design:3">
            <a:extLst xmlns:a="http://schemas.openxmlformats.org/drawingml/2006/main">
              <a:ext uri="{FF2B5EF4-FFF2-40B4-BE49-F238E27FC236}">
                <a16:creationId xmlns:a16="http://schemas.microsoft.com/office/drawing/2014/main" id="{1A4CBAD5-1F8C-478C-9AC7-A9AB84EF8E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67200"/>
            <a:ext cx="10972800" cy="1981200"/>
          </a:xfrm>
          <a:prstGeom xmlns:a="http://schemas.openxmlformats.org/drawingml/2006/main" prst="roundRect">
            <a:avLst>
              <a:gd name="adj" fmla="val 3846"/>
            </a:avLst>
          </a:prstGeom>
          <a:solidFill xmlns:a="http://schemas.openxmlformats.org/drawingml/2006/main">
            <a:schemeClr val="accent1"/>
          </a:solidFill>
          <a:ln xmlns:a="http://schemas.openxmlformats.org/drawingml/2006/main" w="0">
            <a:noFill/>
          </a:ln>
        </p:spPr>
      </p:sp>
      <p:sp>
        <p:nvSpPr>
          <p:cNvPr id="5" name="field:items.0.label">
            <a:extLst xmlns:a="http://schemas.openxmlformats.org/drawingml/2006/main">
              <a:ext uri="{FF2B5EF4-FFF2-40B4-BE49-F238E27FC236}">
                <a16:creationId xmlns:a16="http://schemas.microsoft.com/office/drawing/2014/main" id="{6D2AC4B5-1EEA-4738-8E01-67616B5D7528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914400" y="4533900"/>
            <a:ext cx="103632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250" b="1" i="0">
                <a:solidFill>
                  <a:schemeClr val="lt1"/>
                </a:solidFill>
                <a:latin typeface="Arial"/>
                <a:ea typeface="Arial"/>
                <a:cs typeface="Arial"/>
              </a:defRPr>
            </a:defPPr>
            <a:lvl1pPr algn="l">
              <a:defRPr sz="2250" b="1" i="0">
                <a:solidFill>
                  <a:schemeClr val="lt1"/>
                </a:solidFill>
                <a:latin typeface="Arial"/>
                <a:ea typeface="Arial"/>
                <a:cs typeface="Arial"/>
              </a:defRPr>
            </a:lvl1pPr>
            <a:lvl2pPr algn="l">
              <a:defRPr sz="2250" b="1" i="0">
                <a:solidFill>
                  <a:schemeClr val="lt1"/>
                </a:solidFill>
                <a:latin typeface="Arial"/>
                <a:ea typeface="Arial"/>
                <a:cs typeface="Arial"/>
              </a:defRPr>
            </a:lvl2pPr>
            <a:lvl3pPr algn="l">
              <a:defRPr sz="2250" b="1" i="0">
                <a:solidFill>
                  <a:schemeClr val="lt1"/>
                </a:solidFill>
                <a:latin typeface="Arial"/>
                <a:ea typeface="Arial"/>
                <a:cs typeface="Arial"/>
              </a:defRPr>
            </a:lvl3pPr>
            <a:lvl4pPr algn="l">
              <a:defRPr sz="2250" b="1" i="0">
                <a:solidFill>
                  <a:schemeClr val="lt1"/>
                </a:solidFill>
                <a:latin typeface="Arial"/>
                <a:ea typeface="Arial"/>
                <a:cs typeface="Arial"/>
              </a:defRPr>
            </a:lvl4pPr>
            <a:lvl5pPr algn="l">
              <a:defRPr sz="2250" b="1" i="0">
                <a:solidFill>
                  <a:schemeClr val="lt1"/>
                </a:solidFill>
                <a:latin typeface="Arial"/>
                <a:ea typeface="Arial"/>
                <a:cs typeface="Arial"/>
              </a:defRPr>
            </a:lvl5pPr>
            <a:lvl6pPr algn="l">
              <a:defRPr sz="2250" b="1" i="0">
                <a:solidFill>
                  <a:schemeClr val="lt1"/>
                </a:solidFill>
                <a:latin typeface="Arial"/>
                <a:ea typeface="Arial"/>
                <a:cs typeface="Arial"/>
              </a:defRPr>
            </a:lvl6pPr>
            <a:lvl7pPr algn="l">
              <a:defRPr sz="2250" b="1" i="0">
                <a:solidFill>
                  <a:schemeClr val="lt1"/>
                </a:solidFill>
                <a:latin typeface="Arial"/>
                <a:ea typeface="Arial"/>
                <a:cs typeface="Arial"/>
              </a:defRPr>
            </a:lvl7pPr>
            <a:lvl8pPr algn="l">
              <a:defRPr sz="2250" b="1" i="0">
                <a:solidFill>
                  <a:schemeClr val="lt1"/>
                </a:solidFill>
                <a:latin typeface="Arial"/>
                <a:ea typeface="Arial"/>
                <a:cs typeface="Arial"/>
              </a:defRPr>
            </a:lvl8pPr>
            <a:lvl9pPr algn="l">
              <a:defRPr sz="2250" b="1" i="0">
                <a:solidFill>
                  <a:schemeClr val="lt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20000"/>
              </a:lnSpc>
              <a:buNone/>
              <a:defRPr sz="2250" b="1" i="0">
                <a:solidFill>
                  <a:schemeClr val="lt1"/>
                </a:solidFill>
                <a:latin typeface="Arial"/>
                <a:ea typeface="Arial"/>
                <a:cs typeface="Arial"/>
              </a:defRPr>
            </a:pPr>
            <a:r>
              <a:rPr sz="2250" b="1" i="0">
                <a:solidFill>
                  <a:schemeClr val="lt1"/>
                </a:solidFill>
                <a:latin typeface="Arial"/>
                <a:ea typeface="Arial"/>
                <a:cs typeface="Arial"/>
              </a:rPr>
              <a:t>Item 1</a:t>
            </a:r>
          </a:p>
        </p:txBody>
      </p:sp>
      <p:sp>
        <p:nvSpPr>
          <p:cNvPr id="6" name="field:items.0.text">
            <a:extLst xmlns:a="http://schemas.openxmlformats.org/drawingml/2006/main">
              <a:ext uri="{FF2B5EF4-FFF2-40B4-BE49-F238E27FC236}">
                <a16:creationId xmlns:a16="http://schemas.microsoft.com/office/drawing/2014/main" id="{BD5969F4-12EB-49E6-80A2-81AC1E628E7A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914400" y="5276850"/>
            <a:ext cx="103632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950" b="0" i="0">
                <a:solidFill>
                  <a:schemeClr val="lt1"/>
                </a:solidFill>
                <a:latin typeface="Arial"/>
                <a:ea typeface="Arial"/>
                <a:cs typeface="Arial"/>
              </a:defRPr>
            </a:defPPr>
            <a:lvl1pPr algn="l">
              <a:defRPr sz="1950" b="0" i="0">
                <a:solidFill>
                  <a:schemeClr val="lt1"/>
                </a:solidFill>
                <a:latin typeface="Arial"/>
                <a:ea typeface="Arial"/>
                <a:cs typeface="Arial"/>
              </a:defRPr>
            </a:lvl1pPr>
            <a:lvl2pPr algn="l">
              <a:defRPr sz="1950" b="0" i="0">
                <a:solidFill>
                  <a:schemeClr val="lt1"/>
                </a:solidFill>
                <a:latin typeface="Arial"/>
                <a:ea typeface="Arial"/>
                <a:cs typeface="Arial"/>
              </a:defRPr>
            </a:lvl2pPr>
            <a:lvl3pPr algn="l">
              <a:defRPr sz="1950" b="0" i="0">
                <a:solidFill>
                  <a:schemeClr val="lt1"/>
                </a:solidFill>
                <a:latin typeface="Arial"/>
                <a:ea typeface="Arial"/>
                <a:cs typeface="Arial"/>
              </a:defRPr>
            </a:lvl3pPr>
            <a:lvl4pPr algn="l">
              <a:defRPr sz="1950" b="0" i="0">
                <a:solidFill>
                  <a:schemeClr val="lt1"/>
                </a:solidFill>
                <a:latin typeface="Arial"/>
                <a:ea typeface="Arial"/>
                <a:cs typeface="Arial"/>
              </a:defRPr>
            </a:lvl4pPr>
            <a:lvl5pPr algn="l">
              <a:defRPr sz="1950" b="0" i="0">
                <a:solidFill>
                  <a:schemeClr val="lt1"/>
                </a:solidFill>
                <a:latin typeface="Arial"/>
                <a:ea typeface="Arial"/>
                <a:cs typeface="Arial"/>
              </a:defRPr>
            </a:lvl5pPr>
            <a:lvl6pPr algn="l">
              <a:defRPr sz="1950" b="0" i="0">
                <a:solidFill>
                  <a:schemeClr val="lt1"/>
                </a:solidFill>
                <a:latin typeface="Arial"/>
                <a:ea typeface="Arial"/>
                <a:cs typeface="Arial"/>
              </a:defRPr>
            </a:lvl6pPr>
            <a:lvl7pPr algn="l">
              <a:defRPr sz="1950" b="0" i="0">
                <a:solidFill>
                  <a:schemeClr val="lt1"/>
                </a:solidFill>
                <a:latin typeface="Arial"/>
                <a:ea typeface="Arial"/>
                <a:cs typeface="Arial"/>
              </a:defRPr>
            </a:lvl7pPr>
            <a:lvl8pPr algn="l">
              <a:defRPr sz="1950" b="0" i="0">
                <a:solidFill>
                  <a:schemeClr val="lt1"/>
                </a:solidFill>
                <a:latin typeface="Arial"/>
                <a:ea typeface="Arial"/>
                <a:cs typeface="Arial"/>
              </a:defRPr>
            </a:lvl8pPr>
            <a:lvl9pPr algn="l">
              <a:defRPr sz="1950" b="0" i="0">
                <a:solidFill>
                  <a:schemeClr val="lt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20000"/>
              </a:lnSpc>
              <a:buNone/>
              <a:defRPr sz="1950" b="0" i="0">
                <a:solidFill>
                  <a:schemeClr val="lt1"/>
                </a:solidFill>
                <a:latin typeface="Arial"/>
                <a:ea typeface="Arial"/>
                <a:cs typeface="Arial"/>
              </a:defRPr>
            </a:pPr>
            <a:r>
              <a:rPr sz="1950" b="0" i="0">
                <a:solidFill>
                  <a:schemeClr val="lt1"/>
                </a:solidFill>
                <a:latin typeface="Arial"/>
                <a:ea typeface="Arial"/>
                <a:cs typeface="Arial"/>
              </a:rPr>
              <a:t>Supporting detail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Type="http://schemas.openxmlformats.org/officeDocument/2006/relationships/theme" Target="/ppt/slideMasters/theme/theme2.xml" Id="R08550a6d91604450" /><Relationship Type="http://schemas.openxmlformats.org/officeDocument/2006/relationships/slideLayout" Target="/ppt/slideLayouts/slideLayout1.xml" Id="R8e4897b8ede440d1" /><Relationship Type="http://schemas.openxmlformats.org/officeDocument/2006/relationships/slideLayout" Target="/ppt/slideLayouts/slideLayout2.xml" Id="R1dbbd15dc7f54031" /><Relationship Type="http://schemas.openxmlformats.org/officeDocument/2006/relationships/slideLayout" Target="/ppt/slideLayouts/slideLayout3.xml" Id="R65ab0b197a14400d" /><Relationship Type="http://schemas.openxmlformats.org/officeDocument/2006/relationships/slideLayout" Target="/ppt/slideLayouts/slideLayout4.xml" Id="R4513cae6ae88430f" /><Relationship Type="http://schemas.openxmlformats.org/officeDocument/2006/relationships/slideLayout" Target="/ppt/slideLayouts/slideLayout5.xml" Id="Rb95718f235a84dba" /><Relationship Type="http://schemas.openxmlformats.org/officeDocument/2006/relationships/slideLayout" Target="/ppt/slideLayouts/slideLayout6.xml" Id="R0071bdf8a6a84167" /><Relationship Id="rIdPresenton1" Type="http://schemas.openxmlformats.org/officeDocument/2006/relationships/slideLayout" Target="/ppt/slideLayouts/slideLayoutPresenton1.xml"/><Relationship Id="rIdPresenton2" Type="http://schemas.openxmlformats.org/officeDocument/2006/relationships/slideLayout" Target="/ppt/slideLayouts/slideLayoutPresenton2.xml"/><Relationship Id="rIdPresenton3" Type="http://schemas.openxmlformats.org/officeDocument/2006/relationships/slideLayout" Target="/ppt/slideLayouts/slideLayoutPresenton3.xml"/><Relationship Id="rIdPresenton4" Type="http://schemas.openxmlformats.org/officeDocument/2006/relationships/slideLayout" Target="/ppt/slideLayouts/slideLayoutPresenton4.xml"/><Relationship Id="rIdPresenton5" Type="http://schemas.openxmlformats.org/officeDocument/2006/relationships/slideLayout" Target="/ppt/slideLayouts/slideLayoutPresenton5.xml"/><Relationship Id="rIdPresenton6" Type="http://schemas.openxmlformats.org/officeDocument/2006/relationships/slideLayout" Target="/ppt/slideLayouts/slideLayoutPresenton6.xml"/><Relationship Id="rIdPresenton7" Type="http://schemas.openxmlformats.org/officeDocument/2006/relationships/slideLayout" Target="/ppt/slideLayouts/slideLayoutPresenton7.xml"/><Relationship Id="rIdPresenton8" Type="http://schemas.openxmlformats.org/officeDocument/2006/relationships/slideLayout" Target="/ppt/slideLayouts/slideLayoutPresenton8.xml"/><Relationship Id="rIdPresenton9" Type="http://schemas.openxmlformats.org/officeDocument/2006/relationships/slideLayout" Target="/ppt/slideLayouts/slideLayoutPresenton9.xml"/><Relationship Id="rIdPresenton10" Type="http://schemas.openxmlformats.org/officeDocument/2006/relationships/slideLayout" Target="/ppt/slideLayouts/slideLayoutPresenton10.xml"/><Relationship Id="rIdPresenton11" Type="http://schemas.openxmlformats.org/officeDocument/2006/relationships/slideLayout" Target="/ppt/slideLayouts/slideLayoutPresenton11.xml"/><Relationship Id="rIdPresenton12" Type="http://schemas.openxmlformats.org/officeDocument/2006/relationships/slideLayout" Target="/ppt/slideLayouts/slideLayoutPresenton12.xml"/></Relationships>
</file>

<file path=ppt/slideMasters/slideMaster1.xml><?xml version="1.0" encoding="utf-8"?>
<p:sldMaster xmlns:p="http://schemas.openxmlformats.org/presentationml/2006/main">
  <p:cSld name="Built-in · Office">
    <p:bg>
      <p:bgPr>
        <a:solidFill xmlns:a="http://schemas.openxmlformats.org/drawingml/2006/main">
          <a:schemeClr val="lt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8e4897b8ede440d1"/>
    <p:sldLayoutId xmlns:r="http://schemas.openxmlformats.org/officeDocument/2006/relationships" id="2147483650" r:id="R1dbbd15dc7f54031"/>
    <p:sldLayoutId xmlns:r="http://schemas.openxmlformats.org/officeDocument/2006/relationships" id="2147483651" r:id="R65ab0b197a14400d"/>
    <p:sldLayoutId xmlns:r="http://schemas.openxmlformats.org/officeDocument/2006/relationships" id="2147483652" r:id="R4513cae6ae88430f"/>
    <p:sldLayoutId xmlns:r="http://schemas.openxmlformats.org/officeDocument/2006/relationships" id="2147483653" r:id="Rb95718f235a84dba"/>
    <p:sldLayoutId xmlns:r="http://schemas.openxmlformats.org/officeDocument/2006/relationships" id="2147483654" r:id="R0071bdf8a6a84167"/>
    <p:sldLayoutId xmlns:r="http://schemas.openxmlformats.org/officeDocument/2006/relationships" id="2147484001" r:id="rIdPresenton1"/>
    <p:sldLayoutId xmlns:r="http://schemas.openxmlformats.org/officeDocument/2006/relationships" id="2147484002" r:id="rIdPresenton2"/>
    <p:sldLayoutId xmlns:r="http://schemas.openxmlformats.org/officeDocument/2006/relationships" id="2147484003" r:id="rIdPresenton3"/>
    <p:sldLayoutId xmlns:r="http://schemas.openxmlformats.org/officeDocument/2006/relationships" id="2147484004" r:id="rIdPresenton4"/>
    <p:sldLayoutId xmlns:r="http://schemas.openxmlformats.org/officeDocument/2006/relationships" id="2147484005" r:id="rIdPresenton5"/>
    <p:sldLayoutId xmlns:r="http://schemas.openxmlformats.org/officeDocument/2006/relationships" id="2147484006" r:id="rIdPresenton6"/>
    <p:sldLayoutId xmlns:r="http://schemas.openxmlformats.org/officeDocument/2006/relationships" id="2147484007" r:id="rIdPresenton7"/>
    <p:sldLayoutId xmlns:r="http://schemas.openxmlformats.org/officeDocument/2006/relationships" id="2147484008" r:id="rIdPresenton8"/>
    <p:sldLayoutId xmlns:r="http://schemas.openxmlformats.org/officeDocument/2006/relationships" id="2147484009" r:id="rIdPresenton9"/>
    <p:sldLayoutId xmlns:r="http://schemas.openxmlformats.org/officeDocument/2006/relationships" id="2147484010" r:id="rIdPresenton10"/>
    <p:sldLayoutId xmlns:r="http://schemas.openxmlformats.org/officeDocument/2006/relationships" id="2147484011" r:id="rIdPresenton11"/>
    <p:sldLayoutId xmlns:r="http://schemas.openxmlformats.org/officeDocument/2006/relationships" id="2147484012" r:id="rIdPresenton12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Offic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<?xml version="1.0" encoding="utf-8"?><Relationships xmlns="http://schemas.openxmlformats.org/package/2006/relationships"><Relationship Type="http://schemas.openxmlformats.org/officeDocument/2006/relationships/slideLayout" Target="/ppt/slideLayouts/slideLayoutPresenton1.xml" Id="R428eb01ac1ae464e" /><Relationship Type="http://schemas.openxmlformats.org/officeDocument/2006/relationships/notesSlide" Target="/ppt/notesSlides/notesSlide1.xml" Id="Ra8a964f717ab4bd4" /></Relationships>
</file>

<file path=ppt/slides/_rels/slide2.xml.rels><?xml version="1.0" encoding="utf-8"?><Relationships xmlns="http://schemas.openxmlformats.org/package/2006/relationships"><Relationship Type="http://schemas.openxmlformats.org/officeDocument/2006/relationships/slideLayout" Target="/ppt/slideLayouts/slideLayoutPresenton2.xml" Id="R0394a16862d24c9f" /><Relationship Type="http://schemas.openxmlformats.org/officeDocument/2006/relationships/notesSlide" Target="/ppt/notesSlides/notesSlide2.xml" Id="Ra40d6c07151141d3" /></Relationships>
</file>

<file path=ppt/slides/_rels/slide3.xml.rels><?xml version="1.0" encoding="utf-8"?><Relationships xmlns="http://schemas.openxmlformats.org/package/2006/relationships"><Relationship Type="http://schemas.openxmlformats.org/officeDocument/2006/relationships/slideLayout" Target="/ppt/slideLayouts/slideLayoutPresenton3.xml" Id="R60c3a8c36e544315" /><Relationship Type="http://schemas.openxmlformats.org/officeDocument/2006/relationships/notesSlide" Target="/ppt/notesSlides/notesSlide3.xml" Id="Rf9122b89b8c84a87" /></Relationships>
</file>

<file path=ppt/slides/_rels/slide4.xml.rels><?xml version="1.0" encoding="utf-8"?><Relationships xmlns="http://schemas.openxmlformats.org/package/2006/relationships"><Relationship Type="http://schemas.openxmlformats.org/officeDocument/2006/relationships/slideLayout" Target="/ppt/slideLayouts/slideLayoutPresenton4.xml" Id="R3263517f97774d43" /><Relationship Type="http://schemas.openxmlformats.org/officeDocument/2006/relationships/notesSlide" Target="/ppt/notesSlides/notesSlide4.xml" Id="R661bebcb5a604206" /></Relationships>
</file>

<file path=ppt/slides/_rels/slide5.xml.rels><?xml version="1.0" encoding="utf-8"?><Relationships xmlns="http://schemas.openxmlformats.org/package/2006/relationships"><Relationship Type="http://schemas.openxmlformats.org/officeDocument/2006/relationships/slideLayout" Target="/ppt/slideLayouts/slideLayoutPresenton5.xml" Id="R262c009f20314704" /><Relationship Type="http://schemas.openxmlformats.org/officeDocument/2006/relationships/notesSlide" Target="/ppt/notesSlides/notesSlide5.xml" Id="R25f1dd787b5a4fda" /></Relationships>
</file>

<file path=ppt/slides/_rels/slide6.xml.rels><?xml version="1.0" encoding="utf-8"?><Relationships xmlns="http://schemas.openxmlformats.org/package/2006/relationships"><Relationship Type="http://schemas.openxmlformats.org/officeDocument/2006/relationships/slideLayout" Target="/ppt/slideLayouts/slideLayoutPresenton6.xml" Id="R721c64100262485d" /><Relationship Type="http://schemas.openxmlformats.org/officeDocument/2006/relationships/notesSlide" Target="/ppt/notesSlides/notesSlide6.xml" Id="Rcbb8fe8cfa614e7d" /></Relationships>
</file>

<file path=ppt/slides/_rels/slide7.xml.rels><?xml version="1.0" encoding="utf-8"?><Relationships xmlns="http://schemas.openxmlformats.org/package/2006/relationships"><Relationship Type="http://schemas.openxmlformats.org/officeDocument/2006/relationships/slideLayout" Target="/ppt/slideLayouts/slideLayoutPresenton7.xml" Id="R84cb7989d8864ab6" /><Relationship Type="http://schemas.openxmlformats.org/officeDocument/2006/relationships/notesSlide" Target="/ppt/notesSlides/notesSlide7.xml" Id="R6e49670d26b341ff" /></Relationships>
</file>

<file path=ppt/slides/_rels/slide8.xml.rels><?xml version="1.0" encoding="utf-8"?><Relationships xmlns="http://schemas.openxmlformats.org/package/2006/relationships"><Relationship Type="http://schemas.openxmlformats.org/officeDocument/2006/relationships/slideLayout" Target="/ppt/slideLayouts/slideLayoutPresenton8.xml" Id="R0fa7931d4de04477" /><Relationship Type="http://schemas.openxmlformats.org/officeDocument/2006/relationships/notesSlide" Target="/ppt/notesSlides/notesSlide8.xml" Id="R1301910fc4e94b57" /></Relationships>
</file>

<file path=ppt/slides/_rels/slide9.xml.rels><?xml version="1.0" encoding="utf-8"?><Relationships xmlns="http://schemas.openxmlformats.org/package/2006/relationships"><Relationship Type="http://schemas.openxmlformats.org/officeDocument/2006/relationships/slideLayout" Target="/ppt/slideLayouts/slideLayoutPresenton9.xml" Id="R07f1c544a22d4cbe" /><Relationship Type="http://schemas.openxmlformats.org/officeDocument/2006/relationships/notesSlide" Target="/ppt/notesSlides/notesSlide9.xml" Id="R179cf02705cf47db" /></Relationships>
</file>

<file path=ppt/slides/_rels/slide10.xml.rels><?xml version="1.0" encoding="utf-8"?><Relationships xmlns="http://schemas.openxmlformats.org/package/2006/relationships"><Relationship Type="http://schemas.openxmlformats.org/officeDocument/2006/relationships/slideLayout" Target="/ppt/slideLayouts/slideLayoutPresenton10.xml" Id="R4fd1f188ae5f4e7c" /><Relationship Type="http://schemas.openxmlformats.org/officeDocument/2006/relationships/notesSlide" Target="/ppt/notesSlides/notesSlide10.xml" Id="R28c45f3421864602" /></Relationships>
</file>

<file path=ppt/slides/_rels/slide11.xml.rels><?xml version="1.0" encoding="utf-8"?><Relationships xmlns="http://schemas.openxmlformats.org/package/2006/relationships"><Relationship Type="http://schemas.openxmlformats.org/officeDocument/2006/relationships/slideLayout" Target="/ppt/slideLayouts/slideLayoutPresenton11.xml" Id="R341346be615345fd" /><Relationship Type="http://schemas.openxmlformats.org/officeDocument/2006/relationships/notesSlide" Target="/ppt/notesSlides/notesSlide11.xml" Id="R62c7a35da8be4fc6" /></Relationships>
</file>

<file path=ppt/slides/_rels/slide12.xml.rels><?xml version="1.0" encoding="utf-8"?><Relationships xmlns="http://schemas.openxmlformats.org/package/2006/relationships"><Relationship Type="http://schemas.openxmlformats.org/officeDocument/2006/relationships/slideLayout" Target="/ppt/slideLayouts/slideLayoutPresenton12.xml" Id="Rc880ba0072d34a6b" /><Relationship Type="http://schemas.openxmlformats.org/officeDocument/2006/relationships/notesSlide" Target="/ppt/notesSlides/notesSlide12.xml" Id="Rd8a1864f1cee4f07" 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 showMasterSp="1">
  <p:cSld name="cover">
    <p:spTree>
      <p:nvGrpSpPr>
        <p:cNvPr id="1" name=""/>
        <p:cNvGrpSpPr/>
        <p:nvPr/>
      </p:nvGrpSpPr>
      <p:grpSpPr/>
      <p:sp>
        <p:nvSpPr>
          <p:cNvPr id="4" name="field:kicker">
            <a:extLst xmlns:a="http://schemas.openxmlformats.org/drawingml/2006/main">
              <a:ext uri="{FF2B5EF4-FFF2-40B4-BE49-F238E27FC236}">
                <a16:creationId xmlns:a16="http://schemas.microsoft.com/office/drawing/2014/main" id="{3C87E566-20FF-4394-A466-0857A936E3C6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 lIns="0" tIns="0" rIns="0" bIns="0" anchor="t"/>
          <a:lstStyle xmlns:a="http://schemas.openxmlformats.org/drawingml/2006/main">
            <a:defPPr algn="l"/>
            <a:lvl1pPr algn="l"/>
            <a:lvl2pPr algn="l"/>
            <a:lvl3pPr algn="l"/>
            <a:lvl4pPr algn="l"/>
            <a:lvl5pPr algn="l"/>
            <a:lvl6pPr algn="l"/>
            <a:lvl7pPr algn="l"/>
            <a:lvl8pPr algn="l"/>
            <a:lvl9pPr algn="l"/>
          </a:lstStyle>
          <a:p xmlns:a="http://schemas.openxmlformats.org/drawingml/2006/main">
            <a:pPr>
              <a:buNone/>
            </a:pPr>
            <a:r>
              <a:t>SECTION</a:t>
            </a:r>
          </a:p>
        </p:txBody>
      </p:sp>
      <p:sp>
        <p:nvSpPr>
          <p:cNvPr id="5" name="field:title">
            <a:extLst xmlns:a="http://schemas.openxmlformats.org/drawingml/2006/main">
              <a:ext uri="{FF2B5EF4-FFF2-40B4-BE49-F238E27FC236}">
                <a16:creationId xmlns:a16="http://schemas.microsoft.com/office/drawing/2014/main" id="{D319EB38-DAD3-4514-A586-5D99673A57E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 lIns="0" tIns="0" rIns="0" bIns="0" anchor="t"/>
          <a:lstStyle xmlns:a="http://schemas.openxmlformats.org/drawingml/2006/main">
            <a:defPPr algn="l"/>
            <a:lvl1pPr algn="l"/>
            <a:lvl2pPr algn="l"/>
            <a:lvl3pPr algn="l"/>
            <a:lvl4pPr algn="l"/>
            <a:lvl5pPr algn="l"/>
            <a:lvl6pPr algn="l"/>
            <a:lvl7pPr algn="l"/>
            <a:lvl8pPr algn="l"/>
            <a:lvl9pPr algn="l"/>
          </a:lstStyle>
          <a:p xmlns:a="http://schemas.openxmlformats.org/drawingml/2006/main">
            <a:pPr>
              <a:buNone/>
            </a:pPr>
            <a:r>
              <a:t>Bold opening</a:t>
            </a:r>
          </a:p>
        </p:txBody>
      </p:sp>
      <p:sp>
        <p:nvSpPr>
          <p:cNvPr id="6" name="field:subtitle">
            <a:extLst xmlns:a="http://schemas.openxmlformats.org/drawingml/2006/main">
              <a:ext uri="{FF2B5EF4-FFF2-40B4-BE49-F238E27FC236}">
                <a16:creationId xmlns:a16="http://schemas.microsoft.com/office/drawing/2014/main" id="{A4652F1E-8C30-4175-B4FE-0E3495755E61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/>
        <p:txBody>
          <a:bodyPr xmlns:a="http://schemas.openxmlformats.org/drawingml/2006/main" lIns="0" tIns="0" rIns="0" bIns="0" anchor="t"/>
          <a:lstStyle xmlns:a="http://schemas.openxmlformats.org/drawingml/2006/main">
            <a:defPPr algn="l"/>
            <a:lvl1pPr algn="l"/>
            <a:lvl2pPr algn="l"/>
            <a:lvl3pPr algn="l"/>
            <a:lvl4pPr algn="l"/>
            <a:lvl5pPr algn="l"/>
            <a:lvl6pPr algn="l"/>
            <a:lvl7pPr algn="l"/>
            <a:lvl8pPr algn="l"/>
            <a:lvl9pPr algn="l"/>
          </a:lstStyle>
          <a:p xmlns:a="http://schemas.openxmlformats.org/drawingml/2006/main">
            <a:pPr>
              <a:buNone/>
            </a:pPr>
            <a:r>
              <a:t>Supporting explanation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 showMasterSp="1">
  <p:cSld name="photo-story">
    <p:spTree>
      <p:nvGrpSpPr>
        <p:cNvPr id="1" name=""/>
        <p:cNvGrpSpPr/>
        <p:nvPr/>
      </p:nvGrpSpPr>
      <p:grpSpPr/>
      <p:sp>
        <p:nvSpPr>
          <p:cNvPr id="2" name="field:kicker">
            <a:extLst xmlns:a="http://schemas.openxmlformats.org/drawingml/2006/main">
              <a:ext uri="{FF2B5EF4-FFF2-40B4-BE49-F238E27FC236}">
                <a16:creationId xmlns:a16="http://schemas.microsoft.com/office/drawing/2014/main" id="{18A867D1-1CAE-4640-84FD-80CE5BF8A64F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 lIns="0" tIns="0" rIns="0" bIns="0" anchor="t"/>
          <a:lstStyle xmlns:a="http://schemas.openxmlformats.org/drawingml/2006/main">
            <a:defPPr algn="l"/>
            <a:lvl1pPr algn="l"/>
            <a:lvl2pPr algn="l"/>
            <a:lvl3pPr algn="l"/>
            <a:lvl4pPr algn="l"/>
            <a:lvl5pPr algn="l"/>
            <a:lvl6pPr algn="l"/>
            <a:lvl7pPr algn="l"/>
            <a:lvl8pPr algn="l"/>
            <a:lvl9pPr algn="l"/>
          </a:lstStyle>
          <a:p xmlns:a="http://schemas.openxmlformats.org/drawingml/2006/main">
            <a:pPr>
              <a:buNone/>
            </a:pPr>
            <a:r>
              <a:t>SECTION</a:t>
            </a:r>
          </a:p>
        </p:txBody>
      </p:sp>
      <p:sp>
        <p:nvSpPr>
          <p:cNvPr id="3" name="field:title">
            <a:extLst xmlns:a="http://schemas.openxmlformats.org/drawingml/2006/main">
              <a:ext uri="{FF2B5EF4-FFF2-40B4-BE49-F238E27FC236}">
                <a16:creationId xmlns:a16="http://schemas.microsoft.com/office/drawing/2014/main" id="{C101F807-8797-4901-9222-032A7F495B2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 lIns="0" tIns="0" rIns="0" bIns="0" anchor="t"/>
          <a:lstStyle xmlns:a="http://schemas.openxmlformats.org/drawingml/2006/main">
            <a:defPPr algn="l"/>
            <a:lvl1pPr algn="l"/>
            <a:lvl2pPr algn="l"/>
            <a:lvl3pPr algn="l"/>
            <a:lvl4pPr algn="l"/>
            <a:lvl5pPr algn="l"/>
            <a:lvl6pPr algn="l"/>
            <a:lvl7pPr algn="l"/>
            <a:lvl8pPr algn="l"/>
            <a:lvl9pPr algn="l"/>
          </a:lstStyle>
          <a:p xmlns:a="http://schemas.openxmlformats.org/drawingml/2006/main">
            <a:pPr>
              <a:buNone/>
            </a:pPr>
            <a:r>
              <a:t>Photo story</a:t>
            </a:r>
          </a:p>
        </p:txBody>
      </p:sp>
      <p:sp>
        <p:nvSpPr>
          <p:cNvPr id="4" name="field:subtitle">
            <a:extLst xmlns:a="http://schemas.openxmlformats.org/drawingml/2006/main">
              <a:ext uri="{FF2B5EF4-FFF2-40B4-BE49-F238E27FC236}">
                <a16:creationId xmlns:a16="http://schemas.microsoft.com/office/drawing/2014/main" id="{E0F97BD2-C089-4028-ABB5-6B01D2EA56F4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/>
        <p:txBody>
          <a:bodyPr xmlns:a="http://schemas.openxmlformats.org/drawingml/2006/main" lIns="0" tIns="0" rIns="0" bIns="0" anchor="t"/>
          <a:lstStyle xmlns:a="http://schemas.openxmlformats.org/drawingml/2006/main">
            <a:defPPr algn="l"/>
            <a:lvl1pPr algn="l"/>
            <a:lvl2pPr algn="l"/>
            <a:lvl3pPr algn="l"/>
            <a:lvl4pPr algn="l"/>
            <a:lvl5pPr algn="l"/>
            <a:lvl6pPr algn="l"/>
            <a:lvl7pPr algn="l"/>
            <a:lvl8pPr algn="l"/>
            <a:lvl9pPr algn="l"/>
          </a:lstStyle>
          <a:p xmlns:a="http://schemas.openxmlformats.org/drawingml/2006/main">
            <a:pPr>
              <a:buNone/>
            </a:pPr>
            <a:r>
              <a:t>Supporting explanation</a:t>
            </a:r>
          </a:p>
        </p:txBody>
      </p:sp>
      <p:sp>
        <p:nvSpPr>
          <p:cNvPr id="5" name="field:image">
            <a:extLst xmlns:a="http://schemas.openxmlformats.org/drawingml/2006/main">
              <a:ext uri="{FF2B5EF4-FFF2-40B4-BE49-F238E27FC236}">
                <a16:creationId xmlns:a16="http://schemas.microsoft.com/office/drawing/2014/main" id="{638B7CD8-E6E4-4050-B744-9031BB192D20}"/>
              </a:ext>
            </a:extLst>
          </p:cNvPr>
          <p:cNvSpPr>
            <a:spLocks xmlns:a="http://schemas.openxmlformats.org/drawingml/2006/main" noGrp="1"/>
          </p:cNvSpPr>
          <p:nvPr>
            <p:ph type="pic" idx="1001"/>
          </p:nvPr>
        </p:nvSpPr>
        <p:spPr/>
        <p:txBody>
          <a:bodyPr xmlns:a="http://schemas.openxmlformats.org/drawingml/2006/main" lIns="38100" tIns="38100" rIns="38100" bIns="38100"/>
          <a:lstStyle xmlns:a="http://schemas.openxmlformats.org/drawingml/2006/main">
            <a:defPPr/>
            <a:lvl1pPr/>
            <a:lvl2pPr/>
            <a:lvl3pPr/>
            <a:lvl4pPr/>
            <a:lvl5pPr/>
            <a:lvl6pPr/>
            <a:lvl7pPr/>
            <a:lvl8pPr/>
            <a:lvl9pPr/>
          </a:lstStyle>
          <a:p xmlns:a="http://schemas.openxmlformats.org/drawingml/2006/main">
            <a:pPr>
              <a:buNone/>
            </a:pPr>
            <a:r>
              <a:t>Photo placeholder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 showMasterSp="1">
  <p:cSld name="editorial">
    <p:spTree>
      <p:nvGrpSpPr>
        <p:cNvPr id="1" name=""/>
        <p:cNvGrpSpPr/>
        <p:nvPr/>
      </p:nvGrpSpPr>
      <p:grpSpPr/>
      <p:sp>
        <p:nvSpPr>
          <p:cNvPr id="7" name="field:kicker">
            <a:extLst xmlns:a="http://schemas.openxmlformats.org/drawingml/2006/main">
              <a:ext uri="{FF2B5EF4-FFF2-40B4-BE49-F238E27FC236}">
                <a16:creationId xmlns:a16="http://schemas.microsoft.com/office/drawing/2014/main" id="{A4DBAC60-FB13-4854-B969-6D5FE98DA793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 lIns="0" tIns="0" rIns="0" bIns="0" anchor="t"/>
          <a:lstStyle xmlns:a="http://schemas.openxmlformats.org/drawingml/2006/main">
            <a:defPPr algn="l"/>
            <a:lvl1pPr algn="l"/>
            <a:lvl2pPr algn="l"/>
            <a:lvl3pPr algn="l"/>
            <a:lvl4pPr algn="l"/>
            <a:lvl5pPr algn="l"/>
            <a:lvl6pPr algn="l"/>
            <a:lvl7pPr algn="l"/>
            <a:lvl8pPr algn="l"/>
            <a:lvl9pPr algn="l"/>
          </a:lstStyle>
          <a:p xmlns:a="http://schemas.openxmlformats.org/drawingml/2006/main">
            <a:pPr>
              <a:buNone/>
            </a:pPr>
            <a:r>
              <a:t>SECTION</a:t>
            </a:r>
          </a:p>
        </p:txBody>
      </p:sp>
      <p:sp>
        <p:nvSpPr>
          <p:cNvPr id="2" name="field:title">
            <a:extLst xmlns:a="http://schemas.openxmlformats.org/drawingml/2006/main">
              <a:ext uri="{FF2B5EF4-FFF2-40B4-BE49-F238E27FC236}">
                <a16:creationId xmlns:a16="http://schemas.microsoft.com/office/drawing/2014/main" id="{313DFFAA-EA57-4C52-AA77-305DD2BD5F3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 lIns="0" tIns="0" rIns="0" bIns="0" anchor="t"/>
          <a:lstStyle xmlns:a="http://schemas.openxmlformats.org/drawingml/2006/main">
            <a:defPPr algn="l"/>
            <a:lvl1pPr algn="l"/>
            <a:lvl2pPr algn="l"/>
            <a:lvl3pPr algn="l"/>
            <a:lvl4pPr algn="l"/>
            <a:lvl5pPr algn="l"/>
            <a:lvl6pPr algn="l"/>
            <a:lvl7pPr algn="l"/>
            <a:lvl8pPr algn="l"/>
            <a:lvl9pPr algn="l"/>
          </a:lstStyle>
          <a:p xmlns:a="http://schemas.openxmlformats.org/drawingml/2006/main">
            <a:pPr>
              <a:buNone/>
            </a:pPr>
            <a:r>
              <a:t>Editorial statement</a:t>
            </a:r>
          </a:p>
        </p:txBody>
      </p:sp>
      <p:sp>
        <p:nvSpPr>
          <p:cNvPr id="3" name="field:subtitle">
            <a:extLst xmlns:a="http://schemas.openxmlformats.org/drawingml/2006/main">
              <a:ext uri="{FF2B5EF4-FFF2-40B4-BE49-F238E27FC236}">
                <a16:creationId xmlns:a16="http://schemas.microsoft.com/office/drawing/2014/main" id="{19D44C75-FD9E-4D01-BCB2-1868B143604A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/>
        <p:txBody>
          <a:bodyPr xmlns:a="http://schemas.openxmlformats.org/drawingml/2006/main" lIns="0" tIns="0" rIns="0" bIns="0" anchor="t"/>
          <a:lstStyle xmlns:a="http://schemas.openxmlformats.org/drawingml/2006/main">
            <a:defPPr algn="l"/>
            <a:lvl1pPr algn="l"/>
            <a:lvl2pPr algn="l"/>
            <a:lvl3pPr algn="l"/>
            <a:lvl4pPr algn="l"/>
            <a:lvl5pPr algn="l"/>
            <a:lvl6pPr algn="l"/>
            <a:lvl7pPr algn="l"/>
            <a:lvl8pPr algn="l"/>
            <a:lvl9pPr algn="l"/>
          </a:lstStyle>
          <a:p xmlns:a="http://schemas.openxmlformats.org/drawingml/2006/main">
            <a:pPr>
              <a:buNone/>
            </a:pPr>
            <a:r>
              <a:t>Supporting explanation</a:t>
            </a:r>
          </a:p>
        </p:txBody>
      </p:sp>
      <p:sp>
        <p:nvSpPr>
          <p:cNvPr id="5" name="field:items.0.label">
            <a:extLst xmlns:a="http://schemas.openxmlformats.org/drawingml/2006/main">
              <a:ext uri="{FF2B5EF4-FFF2-40B4-BE49-F238E27FC236}">
                <a16:creationId xmlns:a16="http://schemas.microsoft.com/office/drawing/2014/main" id="{4DABFF53-F4CA-48B2-87AF-944CD3FFCB71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/>
        <p:txBody>
          <a:bodyPr xmlns:a="http://schemas.openxmlformats.org/drawingml/2006/main" lIns="0" tIns="0" rIns="0" bIns="0" anchor="t"/>
          <a:lstStyle xmlns:a="http://schemas.openxmlformats.org/drawingml/2006/main">
            <a:defPPr algn="l"/>
            <a:lvl1pPr algn="l"/>
            <a:lvl2pPr algn="l"/>
            <a:lvl3pPr algn="l"/>
            <a:lvl4pPr algn="l"/>
            <a:lvl5pPr algn="l"/>
            <a:lvl6pPr algn="l"/>
            <a:lvl7pPr algn="l"/>
            <a:lvl8pPr algn="l"/>
            <a:lvl9pPr algn="l"/>
          </a:lstStyle>
          <a:p xmlns:a="http://schemas.openxmlformats.org/drawingml/2006/main">
            <a:pPr>
              <a:buNone/>
            </a:pPr>
            <a:r>
              <a:t>Item 1</a:t>
            </a:r>
          </a:p>
        </p:txBody>
      </p:sp>
      <p:sp>
        <p:nvSpPr>
          <p:cNvPr id="6" name="field:items.0.text">
            <a:extLst xmlns:a="http://schemas.openxmlformats.org/drawingml/2006/main">
              <a:ext uri="{FF2B5EF4-FFF2-40B4-BE49-F238E27FC236}">
                <a16:creationId xmlns:a16="http://schemas.microsoft.com/office/drawing/2014/main" id="{CE308074-CF03-4AB3-B134-362150285EC4}"/>
              </a:ext>
            </a:extLst>
          </p:cNvPr>
          <p:cNvSpPr>
            <a:spLocks xmlns:a="http://schemas.openxmlformats.org/drawingml/2006/main" noGrp="1"/>
          </p:cNvSpPr>
          <p:nvPr>
            <p:ph type="body" idx="4"/>
          </p:nvPr>
        </p:nvSpPr>
        <p:spPr/>
        <p:txBody>
          <a:bodyPr xmlns:a="http://schemas.openxmlformats.org/drawingml/2006/main" lIns="0" tIns="0" rIns="0" bIns="0" anchor="t"/>
          <a:lstStyle xmlns:a="http://schemas.openxmlformats.org/drawingml/2006/main">
            <a:defPPr algn="l"/>
            <a:lvl1pPr algn="l"/>
            <a:lvl2pPr algn="l"/>
            <a:lvl3pPr algn="l"/>
            <a:lvl4pPr algn="l"/>
            <a:lvl5pPr algn="l"/>
            <a:lvl6pPr algn="l"/>
            <a:lvl7pPr algn="l"/>
            <a:lvl8pPr algn="l"/>
            <a:lvl9pPr algn="l"/>
          </a:lstStyle>
          <a:p xmlns:a="http://schemas.openxmlformats.org/drawingml/2006/main">
            <a:pPr>
              <a:buNone/>
            </a:pPr>
            <a:r>
              <a:t>Supporting detail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 showMasterSp="1">
  <p:cSld name="comparison">
    <p:spTree>
      <p:nvGrpSpPr>
        <p:cNvPr id="1" name=""/>
        <p:cNvGrpSpPr/>
        <p:nvPr/>
      </p:nvGrpSpPr>
      <p:grpSpPr/>
      <p:sp>
        <p:nvSpPr>
          <p:cNvPr id="11" name="field:kicker">
            <a:extLst xmlns:a="http://schemas.openxmlformats.org/drawingml/2006/main">
              <a:ext uri="{FF2B5EF4-FFF2-40B4-BE49-F238E27FC236}">
                <a16:creationId xmlns:a16="http://schemas.microsoft.com/office/drawing/2014/main" id="{2EDB334A-62A2-4B69-AE00-5631991AC5C4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 lIns="0" tIns="0" rIns="0" bIns="0" anchor="t"/>
          <a:lstStyle xmlns:a="http://schemas.openxmlformats.org/drawingml/2006/main">
            <a:defPPr algn="l"/>
            <a:lvl1pPr algn="l"/>
            <a:lvl2pPr algn="l"/>
            <a:lvl3pPr algn="l"/>
            <a:lvl4pPr algn="l"/>
            <a:lvl5pPr algn="l"/>
            <a:lvl6pPr algn="l"/>
            <a:lvl7pPr algn="l"/>
            <a:lvl8pPr algn="l"/>
            <a:lvl9pPr algn="l"/>
          </a:lstStyle>
          <a:p xmlns:a="http://schemas.openxmlformats.org/drawingml/2006/main">
            <a:pPr>
              <a:buNone/>
            </a:pPr>
            <a:r>
              <a:t>SECTION</a:t>
            </a:r>
          </a:p>
        </p:txBody>
      </p:sp>
      <p:sp>
        <p:nvSpPr>
          <p:cNvPr id="2" name="field:title">
            <a:extLst xmlns:a="http://schemas.openxmlformats.org/drawingml/2006/main">
              <a:ext uri="{FF2B5EF4-FFF2-40B4-BE49-F238E27FC236}">
                <a16:creationId xmlns:a16="http://schemas.microsoft.com/office/drawing/2014/main" id="{81C9CE32-4821-44C1-8E9A-ABE5E5D4F4B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 lIns="0" tIns="0" rIns="0" bIns="0" anchor="t"/>
          <a:lstStyle xmlns:a="http://schemas.openxmlformats.org/drawingml/2006/main">
            <a:defPPr algn="l"/>
            <a:lvl1pPr algn="l"/>
            <a:lvl2pPr algn="l"/>
            <a:lvl3pPr algn="l"/>
            <a:lvl4pPr algn="l"/>
            <a:lvl5pPr algn="l"/>
            <a:lvl6pPr algn="l"/>
            <a:lvl7pPr algn="l"/>
            <a:lvl8pPr algn="l"/>
            <a:lvl9pPr algn="l"/>
          </a:lstStyle>
          <a:p xmlns:a="http://schemas.openxmlformats.org/drawingml/2006/main">
            <a:pPr>
              <a:buNone/>
            </a:pPr>
            <a:r>
              <a:t>Two-way comparison</a:t>
            </a:r>
          </a:p>
        </p:txBody>
      </p:sp>
      <p:sp>
        <p:nvSpPr>
          <p:cNvPr id="5" name="field:items.0.label">
            <a:extLst xmlns:a="http://schemas.openxmlformats.org/drawingml/2006/main">
              <a:ext uri="{FF2B5EF4-FFF2-40B4-BE49-F238E27FC236}">
                <a16:creationId xmlns:a16="http://schemas.microsoft.com/office/drawing/2014/main" id="{5A2B8BAF-1386-41DB-8192-8BDC1BAFF189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/>
        <p:txBody>
          <a:bodyPr xmlns:a="http://schemas.openxmlformats.org/drawingml/2006/main" lIns="0" tIns="0" rIns="0" bIns="0" anchor="t"/>
          <a:lstStyle xmlns:a="http://schemas.openxmlformats.org/drawingml/2006/main">
            <a:defPPr algn="l"/>
            <a:lvl1pPr algn="l"/>
            <a:lvl2pPr algn="l"/>
            <a:lvl3pPr algn="l"/>
            <a:lvl4pPr algn="l"/>
            <a:lvl5pPr algn="l"/>
            <a:lvl6pPr algn="l"/>
            <a:lvl7pPr algn="l"/>
            <a:lvl8pPr algn="l"/>
            <a:lvl9pPr algn="l"/>
          </a:lstStyle>
          <a:p xmlns:a="http://schemas.openxmlformats.org/drawingml/2006/main">
            <a:pPr>
              <a:buNone/>
            </a:pPr>
            <a:r>
              <a:t>Item 1</a:t>
            </a:r>
          </a:p>
        </p:txBody>
      </p:sp>
      <p:sp>
        <p:nvSpPr>
          <p:cNvPr id="6" name="field:items.0.text">
            <a:extLst xmlns:a="http://schemas.openxmlformats.org/drawingml/2006/main">
              <a:ext uri="{FF2B5EF4-FFF2-40B4-BE49-F238E27FC236}">
                <a16:creationId xmlns:a16="http://schemas.microsoft.com/office/drawing/2014/main" id="{E82B80EB-3945-4FFF-9F88-13E6B0E8589E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/>
        <p:txBody>
          <a:bodyPr xmlns:a="http://schemas.openxmlformats.org/drawingml/2006/main" lIns="0" tIns="0" rIns="0" bIns="0" anchor="t"/>
          <a:lstStyle xmlns:a="http://schemas.openxmlformats.org/drawingml/2006/main">
            <a:defPPr algn="l"/>
            <a:lvl1pPr algn="l"/>
            <a:lvl2pPr algn="l"/>
            <a:lvl3pPr algn="l"/>
            <a:lvl4pPr algn="l"/>
            <a:lvl5pPr algn="l"/>
            <a:lvl6pPr algn="l"/>
            <a:lvl7pPr algn="l"/>
            <a:lvl8pPr algn="l"/>
            <a:lvl9pPr algn="l"/>
          </a:lstStyle>
          <a:p xmlns:a="http://schemas.openxmlformats.org/drawingml/2006/main">
            <a:pPr>
              <a:buNone/>
            </a:pPr>
            <a:r>
              <a:t>Supporting detail</a:t>
            </a:r>
          </a:p>
        </p:txBody>
      </p:sp>
      <p:sp>
        <p:nvSpPr>
          <p:cNvPr id="9" name="field:items.1.label">
            <a:extLst xmlns:a="http://schemas.openxmlformats.org/drawingml/2006/main">
              <a:ext uri="{FF2B5EF4-FFF2-40B4-BE49-F238E27FC236}">
                <a16:creationId xmlns:a16="http://schemas.microsoft.com/office/drawing/2014/main" id="{C10A5DA4-2B21-45A8-BA7D-C0300AC6940A}"/>
              </a:ext>
            </a:extLst>
          </p:cNvPr>
          <p:cNvSpPr>
            <a:spLocks xmlns:a="http://schemas.openxmlformats.org/drawingml/2006/main" noGrp="1"/>
          </p:cNvSpPr>
          <p:nvPr>
            <p:ph type="body" idx="4"/>
          </p:nvPr>
        </p:nvSpPr>
        <p:spPr/>
        <p:txBody>
          <a:bodyPr xmlns:a="http://schemas.openxmlformats.org/drawingml/2006/main" lIns="0" tIns="0" rIns="0" bIns="0" anchor="t"/>
          <a:lstStyle xmlns:a="http://schemas.openxmlformats.org/drawingml/2006/main">
            <a:defPPr algn="l"/>
            <a:lvl1pPr algn="l"/>
            <a:lvl2pPr algn="l"/>
            <a:lvl3pPr algn="l"/>
            <a:lvl4pPr algn="l"/>
            <a:lvl5pPr algn="l"/>
            <a:lvl6pPr algn="l"/>
            <a:lvl7pPr algn="l"/>
            <a:lvl8pPr algn="l"/>
            <a:lvl9pPr algn="l"/>
          </a:lstStyle>
          <a:p xmlns:a="http://schemas.openxmlformats.org/drawingml/2006/main">
            <a:pPr>
              <a:buNone/>
            </a:pPr>
            <a:r>
              <a:t>Item 2</a:t>
            </a:r>
          </a:p>
        </p:txBody>
      </p:sp>
      <p:sp>
        <p:nvSpPr>
          <p:cNvPr id="10" name="field:items.1.text">
            <a:extLst xmlns:a="http://schemas.openxmlformats.org/drawingml/2006/main">
              <a:ext uri="{FF2B5EF4-FFF2-40B4-BE49-F238E27FC236}">
                <a16:creationId xmlns:a16="http://schemas.microsoft.com/office/drawing/2014/main" id="{BC46958E-078C-4E09-94E7-F40C8A9BA9A3}"/>
              </a:ext>
            </a:extLst>
          </p:cNvPr>
          <p:cNvSpPr>
            <a:spLocks xmlns:a="http://schemas.openxmlformats.org/drawingml/2006/main" noGrp="1"/>
          </p:cNvSpPr>
          <p:nvPr>
            <p:ph type="body" idx="5"/>
          </p:nvPr>
        </p:nvSpPr>
        <p:spPr/>
        <p:txBody>
          <a:bodyPr xmlns:a="http://schemas.openxmlformats.org/drawingml/2006/main" lIns="0" tIns="0" rIns="0" bIns="0" anchor="t"/>
          <a:lstStyle xmlns:a="http://schemas.openxmlformats.org/drawingml/2006/main">
            <a:defPPr algn="l"/>
            <a:lvl1pPr algn="l"/>
            <a:lvl2pPr algn="l"/>
            <a:lvl3pPr algn="l"/>
            <a:lvl4pPr algn="l"/>
            <a:lvl5pPr algn="l"/>
            <a:lvl6pPr algn="l"/>
            <a:lvl7pPr algn="l"/>
            <a:lvl8pPr algn="l"/>
            <a:lvl9pPr algn="l"/>
          </a:lstStyle>
          <a:p xmlns:a="http://schemas.openxmlformats.org/drawingml/2006/main">
            <a:pPr>
              <a:buNone/>
            </a:pPr>
            <a:r>
              <a:t>Supporting detail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 showMasterSp="1">
  <p:cSld name="three-cards">
    <p:spTree>
      <p:nvGrpSpPr>
        <p:cNvPr id="1" name=""/>
        <p:cNvGrpSpPr/>
        <p:nvPr/>
      </p:nvGrpSpPr>
      <p:grpSpPr/>
      <p:sp>
        <p:nvSpPr>
          <p:cNvPr id="18" name="field:kicker">
            <a:extLst xmlns:a="http://schemas.openxmlformats.org/drawingml/2006/main">
              <a:ext uri="{FF2B5EF4-FFF2-40B4-BE49-F238E27FC236}">
                <a16:creationId xmlns:a16="http://schemas.microsoft.com/office/drawing/2014/main" id="{17A9A6CB-5FFF-4C01-B30C-753BD37CA9E3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 lIns="0" tIns="0" rIns="0" bIns="0" anchor="t"/>
          <a:lstStyle xmlns:a="http://schemas.openxmlformats.org/drawingml/2006/main">
            <a:defPPr algn="l"/>
            <a:lvl1pPr algn="l"/>
            <a:lvl2pPr algn="l"/>
            <a:lvl3pPr algn="l"/>
            <a:lvl4pPr algn="l"/>
            <a:lvl5pPr algn="l"/>
            <a:lvl6pPr algn="l"/>
            <a:lvl7pPr algn="l"/>
            <a:lvl8pPr algn="l"/>
            <a:lvl9pPr algn="l"/>
          </a:lstStyle>
          <a:p xmlns:a="http://schemas.openxmlformats.org/drawingml/2006/main">
            <a:pPr>
              <a:buNone/>
            </a:pPr>
            <a:r>
              <a:t>SECTION</a:t>
            </a:r>
          </a:p>
        </p:txBody>
      </p:sp>
      <p:sp>
        <p:nvSpPr>
          <p:cNvPr id="2" name="field:title">
            <a:extLst xmlns:a="http://schemas.openxmlformats.org/drawingml/2006/main">
              <a:ext uri="{FF2B5EF4-FFF2-40B4-BE49-F238E27FC236}">
                <a16:creationId xmlns:a16="http://schemas.microsoft.com/office/drawing/2014/main" id="{ED3EB6B2-7791-477C-80B9-A9D4073C9FA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 lIns="0" tIns="0" rIns="0" bIns="0" anchor="t"/>
          <a:lstStyle xmlns:a="http://schemas.openxmlformats.org/drawingml/2006/main">
            <a:defPPr algn="l"/>
            <a:lvl1pPr algn="l"/>
            <a:lvl2pPr algn="l"/>
            <a:lvl3pPr algn="l"/>
            <a:lvl4pPr algn="l"/>
            <a:lvl5pPr algn="l"/>
            <a:lvl6pPr algn="l"/>
            <a:lvl7pPr algn="l"/>
            <a:lvl8pPr algn="l"/>
            <a:lvl9pPr algn="l"/>
          </a:lstStyle>
          <a:p xmlns:a="http://schemas.openxmlformats.org/drawingml/2006/main">
            <a:pPr>
              <a:buNone/>
            </a:pPr>
            <a:r>
              <a:t>Three ideas</a:t>
            </a:r>
          </a:p>
        </p:txBody>
      </p:sp>
      <p:sp>
        <p:nvSpPr>
          <p:cNvPr id="6" name="field:items.0.label">
            <a:extLst xmlns:a="http://schemas.openxmlformats.org/drawingml/2006/main">
              <a:ext uri="{FF2B5EF4-FFF2-40B4-BE49-F238E27FC236}">
                <a16:creationId xmlns:a16="http://schemas.microsoft.com/office/drawing/2014/main" id="{97F6C3B6-08DE-41FB-965B-BEE6BEEF2DF5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/>
        <p:txBody>
          <a:bodyPr xmlns:a="http://schemas.openxmlformats.org/drawingml/2006/main" lIns="0" tIns="0" rIns="0" bIns="0" anchor="t"/>
          <a:lstStyle xmlns:a="http://schemas.openxmlformats.org/drawingml/2006/main">
            <a:defPPr algn="l"/>
            <a:lvl1pPr algn="l"/>
            <a:lvl2pPr algn="l"/>
            <a:lvl3pPr algn="l"/>
            <a:lvl4pPr algn="l"/>
            <a:lvl5pPr algn="l"/>
            <a:lvl6pPr algn="l"/>
            <a:lvl7pPr algn="l"/>
            <a:lvl8pPr algn="l"/>
            <a:lvl9pPr algn="l"/>
          </a:lstStyle>
          <a:p xmlns:a="http://schemas.openxmlformats.org/drawingml/2006/main">
            <a:pPr>
              <a:buNone/>
            </a:pPr>
            <a:r>
              <a:t>Item 1</a:t>
            </a:r>
          </a:p>
        </p:txBody>
      </p:sp>
      <p:sp>
        <p:nvSpPr>
          <p:cNvPr id="7" name="field:items.0.text">
            <a:extLst xmlns:a="http://schemas.openxmlformats.org/drawingml/2006/main">
              <a:ext uri="{FF2B5EF4-FFF2-40B4-BE49-F238E27FC236}">
                <a16:creationId xmlns:a16="http://schemas.microsoft.com/office/drawing/2014/main" id="{E8048D59-7D00-4980-9CBF-1896D6E2B10C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/>
        <p:txBody>
          <a:bodyPr xmlns:a="http://schemas.openxmlformats.org/drawingml/2006/main" lIns="0" tIns="0" rIns="0" bIns="0" anchor="t"/>
          <a:lstStyle xmlns:a="http://schemas.openxmlformats.org/drawingml/2006/main">
            <a:defPPr algn="l"/>
            <a:lvl1pPr algn="l"/>
            <a:lvl2pPr algn="l"/>
            <a:lvl3pPr algn="l"/>
            <a:lvl4pPr algn="l"/>
            <a:lvl5pPr algn="l"/>
            <a:lvl6pPr algn="l"/>
            <a:lvl7pPr algn="l"/>
            <a:lvl8pPr algn="l"/>
            <a:lvl9pPr algn="l"/>
          </a:lstStyle>
          <a:p xmlns:a="http://schemas.openxmlformats.org/drawingml/2006/main">
            <a:pPr>
              <a:buNone/>
            </a:pPr>
            <a:r>
              <a:t>Supporting detail</a:t>
            </a:r>
          </a:p>
        </p:txBody>
      </p:sp>
      <p:sp>
        <p:nvSpPr>
          <p:cNvPr id="11" name="field:items.1.label">
            <a:extLst xmlns:a="http://schemas.openxmlformats.org/drawingml/2006/main">
              <a:ext uri="{FF2B5EF4-FFF2-40B4-BE49-F238E27FC236}">
                <a16:creationId xmlns:a16="http://schemas.microsoft.com/office/drawing/2014/main" id="{A1B2EB7D-BB73-426C-A930-4599DF8B0AA5}"/>
              </a:ext>
            </a:extLst>
          </p:cNvPr>
          <p:cNvSpPr>
            <a:spLocks xmlns:a="http://schemas.openxmlformats.org/drawingml/2006/main" noGrp="1"/>
          </p:cNvSpPr>
          <p:nvPr>
            <p:ph type="body" idx="4"/>
          </p:nvPr>
        </p:nvSpPr>
        <p:spPr/>
        <p:txBody>
          <a:bodyPr xmlns:a="http://schemas.openxmlformats.org/drawingml/2006/main" lIns="0" tIns="0" rIns="0" bIns="0" anchor="t"/>
          <a:lstStyle xmlns:a="http://schemas.openxmlformats.org/drawingml/2006/main">
            <a:defPPr algn="l"/>
            <a:lvl1pPr algn="l"/>
            <a:lvl2pPr algn="l"/>
            <a:lvl3pPr algn="l"/>
            <a:lvl4pPr algn="l"/>
            <a:lvl5pPr algn="l"/>
            <a:lvl6pPr algn="l"/>
            <a:lvl7pPr algn="l"/>
            <a:lvl8pPr algn="l"/>
            <a:lvl9pPr algn="l"/>
          </a:lstStyle>
          <a:p xmlns:a="http://schemas.openxmlformats.org/drawingml/2006/main">
            <a:pPr>
              <a:buNone/>
            </a:pPr>
            <a:r>
              <a:t>Item 2</a:t>
            </a:r>
          </a:p>
        </p:txBody>
      </p:sp>
      <p:sp>
        <p:nvSpPr>
          <p:cNvPr id="12" name="field:items.1.text">
            <a:extLst xmlns:a="http://schemas.openxmlformats.org/drawingml/2006/main">
              <a:ext uri="{FF2B5EF4-FFF2-40B4-BE49-F238E27FC236}">
                <a16:creationId xmlns:a16="http://schemas.microsoft.com/office/drawing/2014/main" id="{81D82CA8-7E1E-4BD5-8555-E0A6235014E2}"/>
              </a:ext>
            </a:extLst>
          </p:cNvPr>
          <p:cNvSpPr>
            <a:spLocks xmlns:a="http://schemas.openxmlformats.org/drawingml/2006/main" noGrp="1"/>
          </p:cNvSpPr>
          <p:nvPr>
            <p:ph type="body" idx="5"/>
          </p:nvPr>
        </p:nvSpPr>
        <p:spPr/>
        <p:txBody>
          <a:bodyPr xmlns:a="http://schemas.openxmlformats.org/drawingml/2006/main" lIns="0" tIns="0" rIns="0" bIns="0" anchor="t"/>
          <a:lstStyle xmlns:a="http://schemas.openxmlformats.org/drawingml/2006/main">
            <a:defPPr algn="l"/>
            <a:lvl1pPr algn="l"/>
            <a:lvl2pPr algn="l"/>
            <a:lvl3pPr algn="l"/>
            <a:lvl4pPr algn="l"/>
            <a:lvl5pPr algn="l"/>
            <a:lvl6pPr algn="l"/>
            <a:lvl7pPr algn="l"/>
            <a:lvl8pPr algn="l"/>
            <a:lvl9pPr algn="l"/>
          </a:lstStyle>
          <a:p xmlns:a="http://schemas.openxmlformats.org/drawingml/2006/main">
            <a:pPr>
              <a:buNone/>
            </a:pPr>
            <a:r>
              <a:t>Supporting detail</a:t>
            </a:r>
          </a:p>
        </p:txBody>
      </p:sp>
      <p:sp>
        <p:nvSpPr>
          <p:cNvPr id="16" name="field:items.2.label">
            <a:extLst xmlns:a="http://schemas.openxmlformats.org/drawingml/2006/main">
              <a:ext uri="{FF2B5EF4-FFF2-40B4-BE49-F238E27FC236}">
                <a16:creationId xmlns:a16="http://schemas.microsoft.com/office/drawing/2014/main" id="{52118F3F-83C7-44AB-93F1-7303FB72FFAF}"/>
              </a:ext>
            </a:extLst>
          </p:cNvPr>
          <p:cNvSpPr>
            <a:spLocks xmlns:a="http://schemas.openxmlformats.org/drawingml/2006/main" noGrp="1"/>
          </p:cNvSpPr>
          <p:nvPr>
            <p:ph type="body" idx="6"/>
          </p:nvPr>
        </p:nvSpPr>
        <p:spPr/>
        <p:txBody>
          <a:bodyPr xmlns:a="http://schemas.openxmlformats.org/drawingml/2006/main" lIns="0" tIns="0" rIns="0" bIns="0" anchor="t"/>
          <a:lstStyle xmlns:a="http://schemas.openxmlformats.org/drawingml/2006/main">
            <a:defPPr algn="l"/>
            <a:lvl1pPr algn="l"/>
            <a:lvl2pPr algn="l"/>
            <a:lvl3pPr algn="l"/>
            <a:lvl4pPr algn="l"/>
            <a:lvl5pPr algn="l"/>
            <a:lvl6pPr algn="l"/>
            <a:lvl7pPr algn="l"/>
            <a:lvl8pPr algn="l"/>
            <a:lvl9pPr algn="l"/>
          </a:lstStyle>
          <a:p xmlns:a="http://schemas.openxmlformats.org/drawingml/2006/main">
            <a:pPr>
              <a:buNone/>
            </a:pPr>
            <a:r>
              <a:t>Item 3</a:t>
            </a:r>
          </a:p>
        </p:txBody>
      </p:sp>
      <p:sp>
        <p:nvSpPr>
          <p:cNvPr id="17" name="field:items.2.text">
            <a:extLst xmlns:a="http://schemas.openxmlformats.org/drawingml/2006/main">
              <a:ext uri="{FF2B5EF4-FFF2-40B4-BE49-F238E27FC236}">
                <a16:creationId xmlns:a16="http://schemas.microsoft.com/office/drawing/2014/main" id="{51CED458-3E5D-419C-AF51-3457DA4FE4BC}"/>
              </a:ext>
            </a:extLst>
          </p:cNvPr>
          <p:cNvSpPr>
            <a:spLocks xmlns:a="http://schemas.openxmlformats.org/drawingml/2006/main" noGrp="1"/>
          </p:cNvSpPr>
          <p:nvPr>
            <p:ph type="body" idx="7"/>
          </p:nvPr>
        </p:nvSpPr>
        <p:spPr/>
        <p:txBody>
          <a:bodyPr xmlns:a="http://schemas.openxmlformats.org/drawingml/2006/main" lIns="0" tIns="0" rIns="0" bIns="0" anchor="t"/>
          <a:lstStyle xmlns:a="http://schemas.openxmlformats.org/drawingml/2006/main">
            <a:defPPr algn="l"/>
            <a:lvl1pPr algn="l"/>
            <a:lvl2pPr algn="l"/>
            <a:lvl3pPr algn="l"/>
            <a:lvl4pPr algn="l"/>
            <a:lvl5pPr algn="l"/>
            <a:lvl6pPr algn="l"/>
            <a:lvl7pPr algn="l"/>
            <a:lvl8pPr algn="l"/>
            <a:lvl9pPr algn="l"/>
          </a:lstStyle>
          <a:p xmlns:a="http://schemas.openxmlformats.org/drawingml/2006/main">
            <a:pPr>
              <a:buNone/>
            </a:pPr>
            <a:r>
              <a:t>Supporting detail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 showMasterSp="1">
  <p:cSld name="process">
    <p:spTree>
      <p:nvGrpSpPr>
        <p:cNvPr id="1" name=""/>
        <p:cNvGrpSpPr/>
        <p:nvPr/>
      </p:nvGrpSpPr>
      <p:grpSpPr/>
      <p:sp>
        <p:nvSpPr>
          <p:cNvPr id="20" name="field:kicker">
            <a:extLst xmlns:a="http://schemas.openxmlformats.org/drawingml/2006/main">
              <a:ext uri="{FF2B5EF4-FFF2-40B4-BE49-F238E27FC236}">
                <a16:creationId xmlns:a16="http://schemas.microsoft.com/office/drawing/2014/main" id="{BF6A99D5-1F46-430F-BB65-5A837F74A341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 lIns="0" tIns="0" rIns="0" bIns="0" anchor="t"/>
          <a:lstStyle xmlns:a="http://schemas.openxmlformats.org/drawingml/2006/main">
            <a:defPPr algn="l"/>
            <a:lvl1pPr algn="l"/>
            <a:lvl2pPr algn="l"/>
            <a:lvl3pPr algn="l"/>
            <a:lvl4pPr algn="l"/>
            <a:lvl5pPr algn="l"/>
            <a:lvl6pPr algn="l"/>
            <a:lvl7pPr algn="l"/>
            <a:lvl8pPr algn="l"/>
            <a:lvl9pPr algn="l"/>
          </a:lstStyle>
          <a:p xmlns:a="http://schemas.openxmlformats.org/drawingml/2006/main">
            <a:pPr>
              <a:buNone/>
            </a:pPr>
            <a:r>
              <a:t>SECTION</a:t>
            </a:r>
          </a:p>
        </p:txBody>
      </p:sp>
      <p:sp>
        <p:nvSpPr>
          <p:cNvPr id="2" name="field:title">
            <a:extLst xmlns:a="http://schemas.openxmlformats.org/drawingml/2006/main">
              <a:ext uri="{FF2B5EF4-FFF2-40B4-BE49-F238E27FC236}">
                <a16:creationId xmlns:a16="http://schemas.microsoft.com/office/drawing/2014/main" id="{BEFC7FB9-F219-411C-AF8E-320A97A4E13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 lIns="0" tIns="0" rIns="0" bIns="0" anchor="t"/>
          <a:lstStyle xmlns:a="http://schemas.openxmlformats.org/drawingml/2006/main">
            <a:defPPr algn="l"/>
            <a:lvl1pPr algn="l"/>
            <a:lvl2pPr algn="l"/>
            <a:lvl3pPr algn="l"/>
            <a:lvl4pPr algn="l"/>
            <a:lvl5pPr algn="l"/>
            <a:lvl6pPr algn="l"/>
            <a:lvl7pPr algn="l"/>
            <a:lvl8pPr algn="l"/>
            <a:lvl9pPr algn="l"/>
          </a:lstStyle>
          <a:p xmlns:a="http://schemas.openxmlformats.org/drawingml/2006/main">
            <a:pPr>
              <a:buNone/>
            </a:pPr>
            <a:r>
              <a:t>Four-step process</a:t>
            </a:r>
          </a:p>
        </p:txBody>
      </p:sp>
      <p:sp>
        <p:nvSpPr>
          <p:cNvPr id="6" name="field:items.0.label">
            <a:extLst xmlns:a="http://schemas.openxmlformats.org/drawingml/2006/main">
              <a:ext uri="{FF2B5EF4-FFF2-40B4-BE49-F238E27FC236}">
                <a16:creationId xmlns:a16="http://schemas.microsoft.com/office/drawing/2014/main" id="{B0F77B94-6BDD-49CC-8CD6-F056F7AE6090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/>
        <p:txBody>
          <a:bodyPr xmlns:a="http://schemas.openxmlformats.org/drawingml/2006/main" lIns="0" tIns="0" rIns="0" bIns="0" anchor="t"/>
          <a:lstStyle xmlns:a="http://schemas.openxmlformats.org/drawingml/2006/main">
            <a:defPPr algn="l"/>
            <a:lvl1pPr algn="l"/>
            <a:lvl2pPr algn="l"/>
            <a:lvl3pPr algn="l"/>
            <a:lvl4pPr algn="l"/>
            <a:lvl5pPr algn="l"/>
            <a:lvl6pPr algn="l"/>
            <a:lvl7pPr algn="l"/>
            <a:lvl8pPr algn="l"/>
            <a:lvl9pPr algn="l"/>
          </a:lstStyle>
          <a:p xmlns:a="http://schemas.openxmlformats.org/drawingml/2006/main">
            <a:pPr>
              <a:buNone/>
            </a:pPr>
            <a:r>
              <a:t>Item 1</a:t>
            </a:r>
          </a:p>
        </p:txBody>
      </p:sp>
      <p:sp>
        <p:nvSpPr>
          <p:cNvPr id="7" name="field:items.0.text">
            <a:extLst xmlns:a="http://schemas.openxmlformats.org/drawingml/2006/main">
              <a:ext uri="{FF2B5EF4-FFF2-40B4-BE49-F238E27FC236}">
                <a16:creationId xmlns:a16="http://schemas.microsoft.com/office/drawing/2014/main" id="{8BA95885-A0BE-43D5-A939-5A7D12723C67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/>
        <p:txBody>
          <a:bodyPr xmlns:a="http://schemas.openxmlformats.org/drawingml/2006/main" lIns="0" tIns="0" rIns="0" bIns="0" anchor="t"/>
          <a:lstStyle xmlns:a="http://schemas.openxmlformats.org/drawingml/2006/main">
            <a:defPPr algn="l"/>
            <a:lvl1pPr algn="l"/>
            <a:lvl2pPr algn="l"/>
            <a:lvl3pPr algn="l"/>
            <a:lvl4pPr algn="l"/>
            <a:lvl5pPr algn="l"/>
            <a:lvl6pPr algn="l"/>
            <a:lvl7pPr algn="l"/>
            <a:lvl8pPr algn="l"/>
            <a:lvl9pPr algn="l"/>
          </a:lstStyle>
          <a:p xmlns:a="http://schemas.openxmlformats.org/drawingml/2006/main">
            <a:pPr>
              <a:buNone/>
            </a:pPr>
            <a:r>
              <a:t>Supporting detail</a:t>
            </a:r>
          </a:p>
        </p:txBody>
      </p:sp>
      <p:sp>
        <p:nvSpPr>
          <p:cNvPr id="10" name="field:items.1.label">
            <a:extLst xmlns:a="http://schemas.openxmlformats.org/drawingml/2006/main">
              <a:ext uri="{FF2B5EF4-FFF2-40B4-BE49-F238E27FC236}">
                <a16:creationId xmlns:a16="http://schemas.microsoft.com/office/drawing/2014/main" id="{E6156F46-868D-43D0-A62C-09E3010D02C1}"/>
              </a:ext>
            </a:extLst>
          </p:cNvPr>
          <p:cNvSpPr>
            <a:spLocks xmlns:a="http://schemas.openxmlformats.org/drawingml/2006/main" noGrp="1"/>
          </p:cNvSpPr>
          <p:nvPr>
            <p:ph type="body" idx="4"/>
          </p:nvPr>
        </p:nvSpPr>
        <p:spPr/>
        <p:txBody>
          <a:bodyPr xmlns:a="http://schemas.openxmlformats.org/drawingml/2006/main" lIns="0" tIns="0" rIns="0" bIns="0" anchor="t"/>
          <a:lstStyle xmlns:a="http://schemas.openxmlformats.org/drawingml/2006/main">
            <a:defPPr algn="l"/>
            <a:lvl1pPr algn="l"/>
            <a:lvl2pPr algn="l"/>
            <a:lvl3pPr algn="l"/>
            <a:lvl4pPr algn="l"/>
            <a:lvl5pPr algn="l"/>
            <a:lvl6pPr algn="l"/>
            <a:lvl7pPr algn="l"/>
            <a:lvl8pPr algn="l"/>
            <a:lvl9pPr algn="l"/>
          </a:lstStyle>
          <a:p xmlns:a="http://schemas.openxmlformats.org/drawingml/2006/main">
            <a:pPr>
              <a:buNone/>
            </a:pPr>
            <a:r>
              <a:t>Item 2</a:t>
            </a:r>
          </a:p>
        </p:txBody>
      </p:sp>
      <p:sp>
        <p:nvSpPr>
          <p:cNvPr id="11" name="field:items.1.text">
            <a:extLst xmlns:a="http://schemas.openxmlformats.org/drawingml/2006/main">
              <a:ext uri="{FF2B5EF4-FFF2-40B4-BE49-F238E27FC236}">
                <a16:creationId xmlns:a16="http://schemas.microsoft.com/office/drawing/2014/main" id="{A0AE439C-3B4D-477F-9E72-9B2F84D599FC}"/>
              </a:ext>
            </a:extLst>
          </p:cNvPr>
          <p:cNvSpPr>
            <a:spLocks xmlns:a="http://schemas.openxmlformats.org/drawingml/2006/main" noGrp="1"/>
          </p:cNvSpPr>
          <p:nvPr>
            <p:ph type="body" idx="5"/>
          </p:nvPr>
        </p:nvSpPr>
        <p:spPr/>
        <p:txBody>
          <a:bodyPr xmlns:a="http://schemas.openxmlformats.org/drawingml/2006/main" lIns="0" tIns="0" rIns="0" bIns="0" anchor="t"/>
          <a:lstStyle xmlns:a="http://schemas.openxmlformats.org/drawingml/2006/main">
            <a:defPPr algn="l"/>
            <a:lvl1pPr algn="l"/>
            <a:lvl2pPr algn="l"/>
            <a:lvl3pPr algn="l"/>
            <a:lvl4pPr algn="l"/>
            <a:lvl5pPr algn="l"/>
            <a:lvl6pPr algn="l"/>
            <a:lvl7pPr algn="l"/>
            <a:lvl8pPr algn="l"/>
            <a:lvl9pPr algn="l"/>
          </a:lstStyle>
          <a:p xmlns:a="http://schemas.openxmlformats.org/drawingml/2006/main">
            <a:pPr>
              <a:buNone/>
            </a:pPr>
            <a:r>
              <a:t>Supporting detail</a:t>
            </a:r>
          </a:p>
        </p:txBody>
      </p:sp>
      <p:sp>
        <p:nvSpPr>
          <p:cNvPr id="14" name="field:items.2.label">
            <a:extLst xmlns:a="http://schemas.openxmlformats.org/drawingml/2006/main">
              <a:ext uri="{FF2B5EF4-FFF2-40B4-BE49-F238E27FC236}">
                <a16:creationId xmlns:a16="http://schemas.microsoft.com/office/drawing/2014/main" id="{75B7998E-649A-4772-9599-322BF3D0EED0}"/>
              </a:ext>
            </a:extLst>
          </p:cNvPr>
          <p:cNvSpPr>
            <a:spLocks xmlns:a="http://schemas.openxmlformats.org/drawingml/2006/main" noGrp="1"/>
          </p:cNvSpPr>
          <p:nvPr>
            <p:ph type="body" idx="6"/>
          </p:nvPr>
        </p:nvSpPr>
        <p:spPr/>
        <p:txBody>
          <a:bodyPr xmlns:a="http://schemas.openxmlformats.org/drawingml/2006/main" lIns="0" tIns="0" rIns="0" bIns="0" anchor="t"/>
          <a:lstStyle xmlns:a="http://schemas.openxmlformats.org/drawingml/2006/main">
            <a:defPPr algn="l"/>
            <a:lvl1pPr algn="l"/>
            <a:lvl2pPr algn="l"/>
            <a:lvl3pPr algn="l"/>
            <a:lvl4pPr algn="l"/>
            <a:lvl5pPr algn="l"/>
            <a:lvl6pPr algn="l"/>
            <a:lvl7pPr algn="l"/>
            <a:lvl8pPr algn="l"/>
            <a:lvl9pPr algn="l"/>
          </a:lstStyle>
          <a:p xmlns:a="http://schemas.openxmlformats.org/drawingml/2006/main">
            <a:pPr>
              <a:buNone/>
            </a:pPr>
            <a:r>
              <a:t>Item 3</a:t>
            </a:r>
          </a:p>
        </p:txBody>
      </p:sp>
      <p:sp>
        <p:nvSpPr>
          <p:cNvPr id="15" name="field:items.2.text">
            <a:extLst xmlns:a="http://schemas.openxmlformats.org/drawingml/2006/main">
              <a:ext uri="{FF2B5EF4-FFF2-40B4-BE49-F238E27FC236}">
                <a16:creationId xmlns:a16="http://schemas.microsoft.com/office/drawing/2014/main" id="{976AFBA8-32FD-4E89-A557-93A56CD4E736}"/>
              </a:ext>
            </a:extLst>
          </p:cNvPr>
          <p:cNvSpPr>
            <a:spLocks xmlns:a="http://schemas.openxmlformats.org/drawingml/2006/main" noGrp="1"/>
          </p:cNvSpPr>
          <p:nvPr>
            <p:ph type="body" idx="7"/>
          </p:nvPr>
        </p:nvSpPr>
        <p:spPr/>
        <p:txBody>
          <a:bodyPr xmlns:a="http://schemas.openxmlformats.org/drawingml/2006/main" lIns="0" tIns="0" rIns="0" bIns="0" anchor="t"/>
          <a:lstStyle xmlns:a="http://schemas.openxmlformats.org/drawingml/2006/main">
            <a:defPPr algn="l"/>
            <a:lvl1pPr algn="l"/>
            <a:lvl2pPr algn="l"/>
            <a:lvl3pPr algn="l"/>
            <a:lvl4pPr algn="l"/>
            <a:lvl5pPr algn="l"/>
            <a:lvl6pPr algn="l"/>
            <a:lvl7pPr algn="l"/>
            <a:lvl8pPr algn="l"/>
            <a:lvl9pPr algn="l"/>
          </a:lstStyle>
          <a:p xmlns:a="http://schemas.openxmlformats.org/drawingml/2006/main">
            <a:pPr>
              <a:buNone/>
            </a:pPr>
            <a:r>
              <a:t>Supporting detail</a:t>
            </a:r>
          </a:p>
        </p:txBody>
      </p:sp>
      <p:sp>
        <p:nvSpPr>
          <p:cNvPr id="18" name="field:items.3.label">
            <a:extLst xmlns:a="http://schemas.openxmlformats.org/drawingml/2006/main">
              <a:ext uri="{FF2B5EF4-FFF2-40B4-BE49-F238E27FC236}">
                <a16:creationId xmlns:a16="http://schemas.microsoft.com/office/drawing/2014/main" id="{324B8BC2-D1A6-4D71-82C1-41A523CD1D7D}"/>
              </a:ext>
            </a:extLst>
          </p:cNvPr>
          <p:cNvSpPr>
            <a:spLocks xmlns:a="http://schemas.openxmlformats.org/drawingml/2006/main" noGrp="1"/>
          </p:cNvSpPr>
          <p:nvPr>
            <p:ph type="body" idx="8"/>
          </p:nvPr>
        </p:nvSpPr>
        <p:spPr/>
        <p:txBody>
          <a:bodyPr xmlns:a="http://schemas.openxmlformats.org/drawingml/2006/main" lIns="0" tIns="0" rIns="0" bIns="0" anchor="t"/>
          <a:lstStyle xmlns:a="http://schemas.openxmlformats.org/drawingml/2006/main">
            <a:defPPr algn="l"/>
            <a:lvl1pPr algn="l"/>
            <a:lvl2pPr algn="l"/>
            <a:lvl3pPr algn="l"/>
            <a:lvl4pPr algn="l"/>
            <a:lvl5pPr algn="l"/>
            <a:lvl6pPr algn="l"/>
            <a:lvl7pPr algn="l"/>
            <a:lvl8pPr algn="l"/>
            <a:lvl9pPr algn="l"/>
          </a:lstStyle>
          <a:p xmlns:a="http://schemas.openxmlformats.org/drawingml/2006/main">
            <a:pPr>
              <a:buNone/>
            </a:pPr>
            <a:r>
              <a:t>Item 4</a:t>
            </a:r>
          </a:p>
        </p:txBody>
      </p:sp>
      <p:sp>
        <p:nvSpPr>
          <p:cNvPr id="19" name="field:items.3.text">
            <a:extLst xmlns:a="http://schemas.openxmlformats.org/drawingml/2006/main">
              <a:ext uri="{FF2B5EF4-FFF2-40B4-BE49-F238E27FC236}">
                <a16:creationId xmlns:a16="http://schemas.microsoft.com/office/drawing/2014/main" id="{E41266AA-2AB4-4154-89F0-2CB80FE06B31}"/>
              </a:ext>
            </a:extLst>
          </p:cNvPr>
          <p:cNvSpPr>
            <a:spLocks xmlns:a="http://schemas.openxmlformats.org/drawingml/2006/main" noGrp="1"/>
          </p:cNvSpPr>
          <p:nvPr>
            <p:ph type="body" idx="9"/>
          </p:nvPr>
        </p:nvSpPr>
        <p:spPr/>
        <p:txBody>
          <a:bodyPr xmlns:a="http://schemas.openxmlformats.org/drawingml/2006/main" lIns="0" tIns="0" rIns="0" bIns="0" anchor="t"/>
          <a:lstStyle xmlns:a="http://schemas.openxmlformats.org/drawingml/2006/main">
            <a:defPPr algn="l"/>
            <a:lvl1pPr algn="l"/>
            <a:lvl2pPr algn="l"/>
            <a:lvl3pPr algn="l"/>
            <a:lvl4pPr algn="l"/>
            <a:lvl5pPr algn="l"/>
            <a:lvl6pPr algn="l"/>
            <a:lvl7pPr algn="l"/>
            <a:lvl8pPr algn="l"/>
            <a:lvl9pPr algn="l"/>
          </a:lstStyle>
          <a:p xmlns:a="http://schemas.openxmlformats.org/drawingml/2006/main">
            <a:pPr>
              <a:buNone/>
            </a:pPr>
            <a:r>
              <a:t>Supporting detail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 showMasterSp="1">
  <p:cSld name="metrics">
    <p:spTree>
      <p:nvGrpSpPr>
        <p:cNvPr id="1" name=""/>
        <p:cNvGrpSpPr/>
        <p:nvPr/>
      </p:nvGrpSpPr>
      <p:grpSpPr/>
      <p:sp>
        <p:nvSpPr>
          <p:cNvPr id="15" name="field:kicker">
            <a:extLst xmlns:a="http://schemas.openxmlformats.org/drawingml/2006/main">
              <a:ext uri="{FF2B5EF4-FFF2-40B4-BE49-F238E27FC236}">
                <a16:creationId xmlns:a16="http://schemas.microsoft.com/office/drawing/2014/main" id="{9C3DFD17-8D37-45B7-912C-F8F78E09D821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 lIns="0" tIns="0" rIns="0" bIns="0" anchor="t"/>
          <a:lstStyle xmlns:a="http://schemas.openxmlformats.org/drawingml/2006/main">
            <a:defPPr algn="l"/>
            <a:lvl1pPr algn="l"/>
            <a:lvl2pPr algn="l"/>
            <a:lvl3pPr algn="l"/>
            <a:lvl4pPr algn="l"/>
            <a:lvl5pPr algn="l"/>
            <a:lvl6pPr algn="l"/>
            <a:lvl7pPr algn="l"/>
            <a:lvl8pPr algn="l"/>
            <a:lvl9pPr algn="l"/>
          </a:lstStyle>
          <a:p xmlns:a="http://schemas.openxmlformats.org/drawingml/2006/main">
            <a:pPr>
              <a:buNone/>
            </a:pPr>
            <a:r>
              <a:t>SECTION</a:t>
            </a:r>
          </a:p>
        </p:txBody>
      </p:sp>
      <p:sp>
        <p:nvSpPr>
          <p:cNvPr id="2" name="field:title">
            <a:extLst xmlns:a="http://schemas.openxmlformats.org/drawingml/2006/main">
              <a:ext uri="{FF2B5EF4-FFF2-40B4-BE49-F238E27FC236}">
                <a16:creationId xmlns:a16="http://schemas.microsoft.com/office/drawing/2014/main" id="{181423D8-3C15-489E-BDA9-A4AA34BC04D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 lIns="0" tIns="0" rIns="0" bIns="0" anchor="t"/>
          <a:lstStyle xmlns:a="http://schemas.openxmlformats.org/drawingml/2006/main">
            <a:defPPr algn="l"/>
            <a:lvl1pPr algn="l"/>
            <a:lvl2pPr algn="l"/>
            <a:lvl3pPr algn="l"/>
            <a:lvl4pPr algn="l"/>
            <a:lvl5pPr algn="l"/>
            <a:lvl6pPr algn="l"/>
            <a:lvl7pPr algn="l"/>
            <a:lvl8pPr algn="l"/>
            <a:lvl9pPr algn="l"/>
          </a:lstStyle>
          <a:p xmlns:a="http://schemas.openxmlformats.org/drawingml/2006/main">
            <a:pPr>
              <a:buNone/>
            </a:pPr>
            <a:r>
              <a:t>Three key metrics</a:t>
            </a:r>
          </a:p>
        </p:txBody>
      </p:sp>
      <p:sp>
        <p:nvSpPr>
          <p:cNvPr id="4" name="field:items.0.value">
            <a:extLst xmlns:a="http://schemas.openxmlformats.org/drawingml/2006/main">
              <a:ext uri="{FF2B5EF4-FFF2-40B4-BE49-F238E27FC236}">
                <a16:creationId xmlns:a16="http://schemas.microsoft.com/office/drawing/2014/main" id="{42B68F36-5452-4BCD-BD07-A6865AA9CD42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/>
        <p:txBody>
          <a:bodyPr xmlns:a="http://schemas.openxmlformats.org/drawingml/2006/main" lIns="0" tIns="0" rIns="0" bIns="0" anchor="t"/>
          <a:lstStyle xmlns:a="http://schemas.openxmlformats.org/drawingml/2006/main">
            <a:defPPr algn="l"/>
            <a:lvl1pPr algn="l"/>
            <a:lvl2pPr algn="l"/>
            <a:lvl3pPr algn="l"/>
            <a:lvl4pPr algn="l"/>
            <a:lvl5pPr algn="l"/>
            <a:lvl6pPr algn="l"/>
            <a:lvl7pPr algn="l"/>
            <a:lvl8pPr algn="l"/>
            <a:lvl9pPr algn="l"/>
          </a:lstStyle>
          <a:p xmlns:a="http://schemas.openxmlformats.org/drawingml/2006/main">
            <a:pPr>
              <a:buNone/>
            </a:pPr>
            <a:r>
              <a:t>42</a:t>
            </a:r>
          </a:p>
        </p:txBody>
      </p:sp>
      <p:sp>
        <p:nvSpPr>
          <p:cNvPr id="5" name="field:items.0.label">
            <a:extLst xmlns:a="http://schemas.openxmlformats.org/drawingml/2006/main">
              <a:ext uri="{FF2B5EF4-FFF2-40B4-BE49-F238E27FC236}">
                <a16:creationId xmlns:a16="http://schemas.microsoft.com/office/drawing/2014/main" id="{C0E3BEDA-A4CF-430F-A7F9-E73FF0486ABA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/>
        <p:txBody>
          <a:bodyPr xmlns:a="http://schemas.openxmlformats.org/drawingml/2006/main" lIns="0" tIns="0" rIns="0" bIns="0" anchor="t"/>
          <a:lstStyle xmlns:a="http://schemas.openxmlformats.org/drawingml/2006/main">
            <a:defPPr algn="l"/>
            <a:lvl1pPr algn="l"/>
            <a:lvl2pPr algn="l"/>
            <a:lvl3pPr algn="l"/>
            <a:lvl4pPr algn="l"/>
            <a:lvl5pPr algn="l"/>
            <a:lvl6pPr algn="l"/>
            <a:lvl7pPr algn="l"/>
            <a:lvl8pPr algn="l"/>
            <a:lvl9pPr algn="l"/>
          </a:lstStyle>
          <a:p xmlns:a="http://schemas.openxmlformats.org/drawingml/2006/main">
            <a:pPr>
              <a:buNone/>
            </a:pPr>
            <a:r>
              <a:t>Item 1</a:t>
            </a:r>
          </a:p>
        </p:txBody>
      </p:sp>
      <p:sp>
        <p:nvSpPr>
          <p:cNvPr id="6" name="field:items.0.text">
            <a:extLst xmlns:a="http://schemas.openxmlformats.org/drawingml/2006/main">
              <a:ext uri="{FF2B5EF4-FFF2-40B4-BE49-F238E27FC236}">
                <a16:creationId xmlns:a16="http://schemas.microsoft.com/office/drawing/2014/main" id="{EA65D11C-09B1-4840-90AD-9A04FC88369A}"/>
              </a:ext>
            </a:extLst>
          </p:cNvPr>
          <p:cNvSpPr>
            <a:spLocks xmlns:a="http://schemas.openxmlformats.org/drawingml/2006/main" noGrp="1"/>
          </p:cNvSpPr>
          <p:nvPr>
            <p:ph type="body" idx="4"/>
          </p:nvPr>
        </p:nvSpPr>
        <p:spPr/>
        <p:txBody>
          <a:bodyPr xmlns:a="http://schemas.openxmlformats.org/drawingml/2006/main" lIns="0" tIns="0" rIns="0" bIns="0" anchor="t"/>
          <a:lstStyle xmlns:a="http://schemas.openxmlformats.org/drawingml/2006/main">
            <a:defPPr algn="l"/>
            <a:lvl1pPr algn="l"/>
            <a:lvl2pPr algn="l"/>
            <a:lvl3pPr algn="l"/>
            <a:lvl4pPr algn="l"/>
            <a:lvl5pPr algn="l"/>
            <a:lvl6pPr algn="l"/>
            <a:lvl7pPr algn="l"/>
            <a:lvl8pPr algn="l"/>
            <a:lvl9pPr algn="l"/>
          </a:lstStyle>
          <a:p xmlns:a="http://schemas.openxmlformats.org/drawingml/2006/main">
            <a:pPr>
              <a:buNone/>
            </a:pPr>
            <a:r>
              <a:t>Supporting detail</a:t>
            </a:r>
          </a:p>
        </p:txBody>
      </p:sp>
      <p:sp>
        <p:nvSpPr>
          <p:cNvPr id="8" name="field:items.1.value">
            <a:extLst xmlns:a="http://schemas.openxmlformats.org/drawingml/2006/main">
              <a:ext uri="{FF2B5EF4-FFF2-40B4-BE49-F238E27FC236}">
                <a16:creationId xmlns:a16="http://schemas.microsoft.com/office/drawing/2014/main" id="{3138654E-B2AC-45C3-8FB9-F1FD2096B89D}"/>
              </a:ext>
            </a:extLst>
          </p:cNvPr>
          <p:cNvSpPr>
            <a:spLocks xmlns:a="http://schemas.openxmlformats.org/drawingml/2006/main" noGrp="1"/>
          </p:cNvSpPr>
          <p:nvPr>
            <p:ph type="body" idx="5"/>
          </p:nvPr>
        </p:nvSpPr>
        <p:spPr/>
        <p:txBody>
          <a:bodyPr xmlns:a="http://schemas.openxmlformats.org/drawingml/2006/main" lIns="0" tIns="0" rIns="0" bIns="0" anchor="t"/>
          <a:lstStyle xmlns:a="http://schemas.openxmlformats.org/drawingml/2006/main">
            <a:defPPr algn="l"/>
            <a:lvl1pPr algn="l"/>
            <a:lvl2pPr algn="l"/>
            <a:lvl3pPr algn="l"/>
            <a:lvl4pPr algn="l"/>
            <a:lvl5pPr algn="l"/>
            <a:lvl6pPr algn="l"/>
            <a:lvl7pPr algn="l"/>
            <a:lvl8pPr algn="l"/>
            <a:lvl9pPr algn="l"/>
          </a:lstStyle>
          <a:p xmlns:a="http://schemas.openxmlformats.org/drawingml/2006/main">
            <a:pPr>
              <a:buNone/>
            </a:pPr>
            <a:r>
              <a:t>42</a:t>
            </a:r>
          </a:p>
        </p:txBody>
      </p:sp>
      <p:sp>
        <p:nvSpPr>
          <p:cNvPr id="9" name="field:items.1.label">
            <a:extLst xmlns:a="http://schemas.openxmlformats.org/drawingml/2006/main">
              <a:ext uri="{FF2B5EF4-FFF2-40B4-BE49-F238E27FC236}">
                <a16:creationId xmlns:a16="http://schemas.microsoft.com/office/drawing/2014/main" id="{4D42B844-26E6-438D-9401-FAA4183A6B6D}"/>
              </a:ext>
            </a:extLst>
          </p:cNvPr>
          <p:cNvSpPr>
            <a:spLocks xmlns:a="http://schemas.openxmlformats.org/drawingml/2006/main" noGrp="1"/>
          </p:cNvSpPr>
          <p:nvPr>
            <p:ph type="body" idx="6"/>
          </p:nvPr>
        </p:nvSpPr>
        <p:spPr/>
        <p:txBody>
          <a:bodyPr xmlns:a="http://schemas.openxmlformats.org/drawingml/2006/main" lIns="0" tIns="0" rIns="0" bIns="0" anchor="t"/>
          <a:lstStyle xmlns:a="http://schemas.openxmlformats.org/drawingml/2006/main">
            <a:defPPr algn="l"/>
            <a:lvl1pPr algn="l"/>
            <a:lvl2pPr algn="l"/>
            <a:lvl3pPr algn="l"/>
            <a:lvl4pPr algn="l"/>
            <a:lvl5pPr algn="l"/>
            <a:lvl6pPr algn="l"/>
            <a:lvl7pPr algn="l"/>
            <a:lvl8pPr algn="l"/>
            <a:lvl9pPr algn="l"/>
          </a:lstStyle>
          <a:p xmlns:a="http://schemas.openxmlformats.org/drawingml/2006/main">
            <a:pPr>
              <a:buNone/>
            </a:pPr>
            <a:r>
              <a:t>Item 2</a:t>
            </a:r>
          </a:p>
        </p:txBody>
      </p:sp>
      <p:sp>
        <p:nvSpPr>
          <p:cNvPr id="10" name="field:items.1.text">
            <a:extLst xmlns:a="http://schemas.openxmlformats.org/drawingml/2006/main">
              <a:ext uri="{FF2B5EF4-FFF2-40B4-BE49-F238E27FC236}">
                <a16:creationId xmlns:a16="http://schemas.microsoft.com/office/drawing/2014/main" id="{2625B9EA-098B-4BC3-9E69-BEAA867DE6E6}"/>
              </a:ext>
            </a:extLst>
          </p:cNvPr>
          <p:cNvSpPr>
            <a:spLocks xmlns:a="http://schemas.openxmlformats.org/drawingml/2006/main" noGrp="1"/>
          </p:cNvSpPr>
          <p:nvPr>
            <p:ph type="body" idx="7"/>
          </p:nvPr>
        </p:nvSpPr>
        <p:spPr/>
        <p:txBody>
          <a:bodyPr xmlns:a="http://schemas.openxmlformats.org/drawingml/2006/main" lIns="0" tIns="0" rIns="0" bIns="0" anchor="t"/>
          <a:lstStyle xmlns:a="http://schemas.openxmlformats.org/drawingml/2006/main">
            <a:defPPr algn="l"/>
            <a:lvl1pPr algn="l"/>
            <a:lvl2pPr algn="l"/>
            <a:lvl3pPr algn="l"/>
            <a:lvl4pPr algn="l"/>
            <a:lvl5pPr algn="l"/>
            <a:lvl6pPr algn="l"/>
            <a:lvl7pPr algn="l"/>
            <a:lvl8pPr algn="l"/>
            <a:lvl9pPr algn="l"/>
          </a:lstStyle>
          <a:p xmlns:a="http://schemas.openxmlformats.org/drawingml/2006/main">
            <a:pPr>
              <a:buNone/>
            </a:pPr>
            <a:r>
              <a:t>Supporting detail</a:t>
            </a:r>
          </a:p>
        </p:txBody>
      </p:sp>
      <p:sp>
        <p:nvSpPr>
          <p:cNvPr id="12" name="field:items.2.value">
            <a:extLst xmlns:a="http://schemas.openxmlformats.org/drawingml/2006/main">
              <a:ext uri="{FF2B5EF4-FFF2-40B4-BE49-F238E27FC236}">
                <a16:creationId xmlns:a16="http://schemas.microsoft.com/office/drawing/2014/main" id="{9BF05246-4EBE-48D0-992B-8ACF27C855B4}"/>
              </a:ext>
            </a:extLst>
          </p:cNvPr>
          <p:cNvSpPr>
            <a:spLocks xmlns:a="http://schemas.openxmlformats.org/drawingml/2006/main" noGrp="1"/>
          </p:cNvSpPr>
          <p:nvPr>
            <p:ph type="body" idx="8"/>
          </p:nvPr>
        </p:nvSpPr>
        <p:spPr/>
        <p:txBody>
          <a:bodyPr xmlns:a="http://schemas.openxmlformats.org/drawingml/2006/main" lIns="0" tIns="0" rIns="0" bIns="0" anchor="t"/>
          <a:lstStyle xmlns:a="http://schemas.openxmlformats.org/drawingml/2006/main">
            <a:defPPr algn="l"/>
            <a:lvl1pPr algn="l"/>
            <a:lvl2pPr algn="l"/>
            <a:lvl3pPr algn="l"/>
            <a:lvl4pPr algn="l"/>
            <a:lvl5pPr algn="l"/>
            <a:lvl6pPr algn="l"/>
            <a:lvl7pPr algn="l"/>
            <a:lvl8pPr algn="l"/>
            <a:lvl9pPr algn="l"/>
          </a:lstStyle>
          <a:p xmlns:a="http://schemas.openxmlformats.org/drawingml/2006/main">
            <a:pPr>
              <a:buNone/>
            </a:pPr>
            <a:r>
              <a:t>42</a:t>
            </a:r>
          </a:p>
        </p:txBody>
      </p:sp>
      <p:sp>
        <p:nvSpPr>
          <p:cNvPr id="13" name="field:items.2.label">
            <a:extLst xmlns:a="http://schemas.openxmlformats.org/drawingml/2006/main">
              <a:ext uri="{FF2B5EF4-FFF2-40B4-BE49-F238E27FC236}">
                <a16:creationId xmlns:a16="http://schemas.microsoft.com/office/drawing/2014/main" id="{57931A92-8A14-4AC1-B596-A0D3C43C27CE}"/>
              </a:ext>
            </a:extLst>
          </p:cNvPr>
          <p:cNvSpPr>
            <a:spLocks xmlns:a="http://schemas.openxmlformats.org/drawingml/2006/main" noGrp="1"/>
          </p:cNvSpPr>
          <p:nvPr>
            <p:ph type="body" idx="9"/>
          </p:nvPr>
        </p:nvSpPr>
        <p:spPr/>
        <p:txBody>
          <a:bodyPr xmlns:a="http://schemas.openxmlformats.org/drawingml/2006/main" lIns="0" tIns="0" rIns="0" bIns="0" anchor="t"/>
          <a:lstStyle xmlns:a="http://schemas.openxmlformats.org/drawingml/2006/main">
            <a:defPPr algn="l"/>
            <a:lvl1pPr algn="l"/>
            <a:lvl2pPr algn="l"/>
            <a:lvl3pPr algn="l"/>
            <a:lvl4pPr algn="l"/>
            <a:lvl5pPr algn="l"/>
            <a:lvl6pPr algn="l"/>
            <a:lvl7pPr algn="l"/>
            <a:lvl8pPr algn="l"/>
            <a:lvl9pPr algn="l"/>
          </a:lstStyle>
          <a:p xmlns:a="http://schemas.openxmlformats.org/drawingml/2006/main">
            <a:pPr>
              <a:buNone/>
            </a:pPr>
            <a:r>
              <a:t>Item 3</a:t>
            </a:r>
          </a:p>
        </p:txBody>
      </p:sp>
      <p:sp>
        <p:nvSpPr>
          <p:cNvPr id="14" name="field:items.2.text">
            <a:extLst xmlns:a="http://schemas.openxmlformats.org/drawingml/2006/main">
              <a:ext uri="{FF2B5EF4-FFF2-40B4-BE49-F238E27FC236}">
                <a16:creationId xmlns:a16="http://schemas.microsoft.com/office/drawing/2014/main" id="{A78F5610-BB4D-4356-83D5-58DFC9CE6085}"/>
              </a:ext>
            </a:extLst>
          </p:cNvPr>
          <p:cNvSpPr>
            <a:spLocks xmlns:a="http://schemas.openxmlformats.org/drawingml/2006/main" noGrp="1"/>
          </p:cNvSpPr>
          <p:nvPr>
            <p:ph type="body" idx="10"/>
          </p:nvPr>
        </p:nvSpPr>
        <p:spPr/>
        <p:txBody>
          <a:bodyPr xmlns:a="http://schemas.openxmlformats.org/drawingml/2006/main" lIns="0" tIns="0" rIns="0" bIns="0" anchor="t"/>
          <a:lstStyle xmlns:a="http://schemas.openxmlformats.org/drawingml/2006/main">
            <a:defPPr algn="l"/>
            <a:lvl1pPr algn="l"/>
            <a:lvl2pPr algn="l"/>
            <a:lvl3pPr algn="l"/>
            <a:lvl4pPr algn="l"/>
            <a:lvl5pPr algn="l"/>
            <a:lvl6pPr algn="l"/>
            <a:lvl7pPr algn="l"/>
            <a:lvl8pPr algn="l"/>
            <a:lvl9pPr algn="l"/>
          </a:lstStyle>
          <a:p xmlns:a="http://schemas.openxmlformats.org/drawingml/2006/main">
            <a:pPr>
              <a:buNone/>
            </a:pPr>
            <a:r>
              <a:t>Supporting detail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 showMasterSp="1">
  <p:cSld name="closing">
    <p:spTree>
      <p:nvGrpSpPr>
        <p:cNvPr id="1" name=""/>
        <p:cNvGrpSpPr/>
        <p:nvPr/>
      </p:nvGrpSpPr>
      <p:grpSpPr/>
      <p:sp>
        <p:nvSpPr>
          <p:cNvPr id="8" name="field:image">
            <a:extLst xmlns:a="http://schemas.openxmlformats.org/drawingml/2006/main">
              <a:ext uri="{FF2B5EF4-FFF2-40B4-BE49-F238E27FC236}">
                <a16:creationId xmlns:a16="http://schemas.microsoft.com/office/drawing/2014/main" id="{7FB602ED-6410-42FA-848D-96D7482197F9}"/>
              </a:ext>
            </a:extLst>
          </p:cNvPr>
          <p:cNvSpPr>
            <a:spLocks xmlns:a="http://schemas.openxmlformats.org/drawingml/2006/main" noGrp="1"/>
          </p:cNvSpPr>
          <p:nvPr>
            <p:ph type="pic" idx="1001"/>
          </p:nvPr>
        </p:nvSpPr>
        <p:spPr/>
        <p:txBody>
          <a:bodyPr xmlns:a="http://schemas.openxmlformats.org/drawingml/2006/main" lIns="38100" tIns="38100" rIns="38100" bIns="38100"/>
          <a:lstStyle xmlns:a="http://schemas.openxmlformats.org/drawingml/2006/main">
            <a:defPPr/>
            <a:lvl1pPr/>
            <a:lvl2pPr/>
            <a:lvl3pPr/>
            <a:lvl4pPr/>
            <a:lvl5pPr/>
            <a:lvl6pPr/>
            <a:lvl7pPr/>
            <a:lvl8pPr/>
            <a:lvl9pPr/>
          </a:lstStyle>
          <a:p xmlns:a="http://schemas.openxmlformats.org/drawingml/2006/main">
            <a:pPr>
              <a:buNone/>
            </a:pPr>
            <a:r>
              <a:t>Photo placeholder</a:t>
            </a:r>
          </a:p>
        </p:txBody>
      </p:sp>
      <p:sp>
        <p:nvSpPr>
          <p:cNvPr id="2" name="field:kicker">
            <a:extLst xmlns:a="http://schemas.openxmlformats.org/drawingml/2006/main">
              <a:ext uri="{FF2B5EF4-FFF2-40B4-BE49-F238E27FC236}">
                <a16:creationId xmlns:a16="http://schemas.microsoft.com/office/drawing/2014/main" id="{1DB1460A-3910-48DF-917F-0953CA28E496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 lIns="0" tIns="0" rIns="0" bIns="0" anchor="t"/>
          <a:lstStyle xmlns:a="http://schemas.openxmlformats.org/drawingml/2006/main">
            <a:defPPr algn="l"/>
            <a:lvl1pPr algn="l"/>
            <a:lvl2pPr algn="l"/>
            <a:lvl3pPr algn="l"/>
            <a:lvl4pPr algn="l"/>
            <a:lvl5pPr algn="l"/>
            <a:lvl6pPr algn="l"/>
            <a:lvl7pPr algn="l"/>
            <a:lvl8pPr algn="l"/>
            <a:lvl9pPr algn="l"/>
          </a:lstStyle>
          <a:p xmlns:a="http://schemas.openxmlformats.org/drawingml/2006/main">
            <a:pPr>
              <a:buNone/>
            </a:pPr>
            <a:r>
              <a:t>SECTION</a:t>
            </a:r>
          </a:p>
        </p:txBody>
      </p:sp>
      <p:sp>
        <p:nvSpPr>
          <p:cNvPr id="3" name="field:title">
            <a:extLst xmlns:a="http://schemas.openxmlformats.org/drawingml/2006/main">
              <a:ext uri="{FF2B5EF4-FFF2-40B4-BE49-F238E27FC236}">
                <a16:creationId xmlns:a16="http://schemas.microsoft.com/office/drawing/2014/main" id="{A34AC207-F9E5-4CAA-8E77-86E3FAE5130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 lIns="0" tIns="0" rIns="0" bIns="0" anchor="t"/>
          <a:lstStyle xmlns:a="http://schemas.openxmlformats.org/drawingml/2006/main">
            <a:defPPr algn="l"/>
            <a:lvl1pPr algn="l"/>
            <a:lvl2pPr algn="l"/>
            <a:lvl3pPr algn="l"/>
            <a:lvl4pPr algn="l"/>
            <a:lvl5pPr algn="l"/>
            <a:lvl6pPr algn="l"/>
            <a:lvl7pPr algn="l"/>
            <a:lvl8pPr algn="l"/>
            <a:lvl9pPr algn="l"/>
          </a:lstStyle>
          <a:p xmlns:a="http://schemas.openxmlformats.org/drawingml/2006/main">
            <a:pPr>
              <a:buNone/>
            </a:pPr>
            <a:r>
              <a:t>Closing with a picture</a:t>
            </a:r>
          </a:p>
        </p:txBody>
      </p:sp>
      <p:sp>
        <p:nvSpPr>
          <p:cNvPr id="4" name="field:subtitle">
            <a:extLst xmlns:a="http://schemas.openxmlformats.org/drawingml/2006/main">
              <a:ext uri="{FF2B5EF4-FFF2-40B4-BE49-F238E27FC236}">
                <a16:creationId xmlns:a16="http://schemas.microsoft.com/office/drawing/2014/main" id="{2596F8EE-D703-47B5-B278-E55A582A6131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/>
        <p:txBody>
          <a:bodyPr xmlns:a="http://schemas.openxmlformats.org/drawingml/2006/main" lIns="0" tIns="0" rIns="0" bIns="0" anchor="t"/>
          <a:lstStyle xmlns:a="http://schemas.openxmlformats.org/drawingml/2006/main">
            <a:defPPr algn="l"/>
            <a:lvl1pPr algn="l"/>
            <a:lvl2pPr algn="l"/>
            <a:lvl3pPr algn="l"/>
            <a:lvl4pPr algn="l"/>
            <a:lvl5pPr algn="l"/>
            <a:lvl6pPr algn="l"/>
            <a:lvl7pPr algn="l"/>
            <a:lvl8pPr algn="l"/>
            <a:lvl9pPr algn="l"/>
          </a:lstStyle>
          <a:p xmlns:a="http://schemas.openxmlformats.org/drawingml/2006/main">
            <a:pPr>
              <a:buNone/>
            </a:pPr>
            <a:r>
              <a:t>Supporting explanation</a:t>
            </a:r>
          </a:p>
        </p:txBody>
      </p:sp>
      <p:sp>
        <p:nvSpPr>
          <p:cNvPr id="6" name="field:items.0.label">
            <a:extLst xmlns:a="http://schemas.openxmlformats.org/drawingml/2006/main">
              <a:ext uri="{FF2B5EF4-FFF2-40B4-BE49-F238E27FC236}">
                <a16:creationId xmlns:a16="http://schemas.microsoft.com/office/drawing/2014/main" id="{AE340D89-1741-47FF-A43D-FC4B058FCDB2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/>
        <p:txBody>
          <a:bodyPr xmlns:a="http://schemas.openxmlformats.org/drawingml/2006/main" lIns="0" tIns="0" rIns="0" bIns="0" anchor="t"/>
          <a:lstStyle xmlns:a="http://schemas.openxmlformats.org/drawingml/2006/main">
            <a:defPPr algn="l"/>
            <a:lvl1pPr algn="l"/>
            <a:lvl2pPr algn="l"/>
            <a:lvl3pPr algn="l"/>
            <a:lvl4pPr algn="l"/>
            <a:lvl5pPr algn="l"/>
            <a:lvl6pPr algn="l"/>
            <a:lvl7pPr algn="l"/>
            <a:lvl8pPr algn="l"/>
            <a:lvl9pPr algn="l"/>
          </a:lstStyle>
          <a:p xmlns:a="http://schemas.openxmlformats.org/drawingml/2006/main">
            <a:pPr>
              <a:buNone/>
            </a:pPr>
            <a:r>
              <a:t>Item 1</a:t>
            </a:r>
          </a:p>
        </p:txBody>
      </p:sp>
      <p:sp>
        <p:nvSpPr>
          <p:cNvPr id="7" name="field:items.0.text">
            <a:extLst xmlns:a="http://schemas.openxmlformats.org/drawingml/2006/main">
              <a:ext uri="{FF2B5EF4-FFF2-40B4-BE49-F238E27FC236}">
                <a16:creationId xmlns:a16="http://schemas.microsoft.com/office/drawing/2014/main" id="{6BC47AF5-D272-4BC3-BA36-146BCA1BDEFA}"/>
              </a:ext>
            </a:extLst>
          </p:cNvPr>
          <p:cNvSpPr>
            <a:spLocks xmlns:a="http://schemas.openxmlformats.org/drawingml/2006/main" noGrp="1"/>
          </p:cNvSpPr>
          <p:nvPr>
            <p:ph type="body" idx="4"/>
          </p:nvPr>
        </p:nvSpPr>
        <p:spPr/>
        <p:txBody>
          <a:bodyPr xmlns:a="http://schemas.openxmlformats.org/drawingml/2006/main" lIns="0" tIns="0" rIns="0" bIns="0" anchor="t"/>
          <a:lstStyle xmlns:a="http://schemas.openxmlformats.org/drawingml/2006/main">
            <a:defPPr algn="l"/>
            <a:lvl1pPr algn="l"/>
            <a:lvl2pPr algn="l"/>
            <a:lvl3pPr algn="l"/>
            <a:lvl4pPr algn="l"/>
            <a:lvl5pPr algn="l"/>
            <a:lvl6pPr algn="l"/>
            <a:lvl7pPr algn="l"/>
            <a:lvl8pPr algn="l"/>
            <a:lvl9pPr algn="l"/>
          </a:lstStyle>
          <a:p xmlns:a="http://schemas.openxmlformats.org/drawingml/2006/main">
            <a:pPr>
              <a:buNone/>
            </a:pPr>
            <a:r>
              <a:t>Supporting detail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 showMasterSp="1">
  <p:cSld name="photo-left">
    <p:spTree>
      <p:nvGrpSpPr>
        <p:cNvPr id="1" name=""/>
        <p:cNvGrpSpPr/>
        <p:nvPr/>
      </p:nvGrpSpPr>
      <p:grpSpPr/>
      <p:sp>
        <p:nvSpPr>
          <p:cNvPr id="6" name="field:image">
            <a:extLst xmlns:a="http://schemas.openxmlformats.org/drawingml/2006/main">
              <a:ext uri="{FF2B5EF4-FFF2-40B4-BE49-F238E27FC236}">
                <a16:creationId xmlns:a16="http://schemas.microsoft.com/office/drawing/2014/main" id="{3BD78BC6-6599-4011-AFD1-FB6950187117}"/>
              </a:ext>
            </a:extLst>
          </p:cNvPr>
          <p:cNvSpPr>
            <a:spLocks xmlns:a="http://schemas.openxmlformats.org/drawingml/2006/main" noGrp="1"/>
          </p:cNvSpPr>
          <p:nvPr>
            <p:ph type="pic" idx="1001"/>
          </p:nvPr>
        </p:nvSpPr>
        <p:spPr/>
        <p:txBody>
          <a:bodyPr xmlns:a="http://schemas.openxmlformats.org/drawingml/2006/main" lIns="38100" tIns="38100" rIns="38100" bIns="38100"/>
          <a:lstStyle xmlns:a="http://schemas.openxmlformats.org/drawingml/2006/main">
            <a:defPPr/>
            <a:lvl1pPr/>
            <a:lvl2pPr/>
            <a:lvl3pPr/>
            <a:lvl4pPr/>
            <a:lvl5pPr/>
            <a:lvl6pPr/>
            <a:lvl7pPr/>
            <a:lvl8pPr/>
            <a:lvl9pPr/>
          </a:lstStyle>
          <a:p xmlns:a="http://schemas.openxmlformats.org/drawingml/2006/main">
            <a:pPr>
              <a:buNone/>
            </a:pPr>
            <a:r>
              <a:t>Photo placeholder</a:t>
            </a:r>
          </a:p>
        </p:txBody>
      </p:sp>
      <p:sp>
        <p:nvSpPr>
          <p:cNvPr id="3" name="field:kicker">
            <a:extLst xmlns:a="http://schemas.openxmlformats.org/drawingml/2006/main">
              <a:ext uri="{FF2B5EF4-FFF2-40B4-BE49-F238E27FC236}">
                <a16:creationId xmlns:a16="http://schemas.microsoft.com/office/drawing/2014/main" id="{5B9FAF9E-1152-4FB9-8B80-95B0B0FCECB7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 lIns="0" tIns="0" rIns="0" bIns="0" anchor="t"/>
          <a:lstStyle xmlns:a="http://schemas.openxmlformats.org/drawingml/2006/main">
            <a:defPPr algn="l"/>
            <a:lvl1pPr algn="l"/>
            <a:lvl2pPr algn="l"/>
            <a:lvl3pPr algn="l"/>
            <a:lvl4pPr algn="l"/>
            <a:lvl5pPr algn="l"/>
            <a:lvl6pPr algn="l"/>
            <a:lvl7pPr algn="l"/>
            <a:lvl8pPr algn="l"/>
            <a:lvl9pPr algn="l"/>
          </a:lstStyle>
          <a:p xmlns:a="http://schemas.openxmlformats.org/drawingml/2006/main">
            <a:pPr>
              <a:buNone/>
            </a:pPr>
            <a:r>
              <a:t>SECTION</a:t>
            </a:r>
          </a:p>
        </p:txBody>
      </p:sp>
      <p:sp>
        <p:nvSpPr>
          <p:cNvPr id="4" name="field:title">
            <a:extLst xmlns:a="http://schemas.openxmlformats.org/drawingml/2006/main">
              <a:ext uri="{FF2B5EF4-FFF2-40B4-BE49-F238E27FC236}">
                <a16:creationId xmlns:a16="http://schemas.microsoft.com/office/drawing/2014/main" id="{E7DFFE94-A98D-4DD8-BACA-86EF61445E6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 lIns="0" tIns="0" rIns="0" bIns="0" anchor="t"/>
          <a:lstStyle xmlns:a="http://schemas.openxmlformats.org/drawingml/2006/main">
            <a:defPPr algn="l"/>
            <a:lvl1pPr algn="l"/>
            <a:lvl2pPr algn="l"/>
            <a:lvl3pPr algn="l"/>
            <a:lvl4pPr algn="l"/>
            <a:lvl5pPr algn="l"/>
            <a:lvl6pPr algn="l"/>
            <a:lvl7pPr algn="l"/>
            <a:lvl8pPr algn="l"/>
            <a:lvl9pPr algn="l"/>
          </a:lstStyle>
          <a:p xmlns:a="http://schemas.openxmlformats.org/drawingml/2006/main">
            <a:pPr>
              <a:buNone/>
            </a:pPr>
            <a:r>
              <a:t>Photo-led story</a:t>
            </a:r>
          </a:p>
        </p:txBody>
      </p:sp>
      <p:sp>
        <p:nvSpPr>
          <p:cNvPr id="5" name="field:subtitle">
            <a:extLst xmlns:a="http://schemas.openxmlformats.org/drawingml/2006/main">
              <a:ext uri="{FF2B5EF4-FFF2-40B4-BE49-F238E27FC236}">
                <a16:creationId xmlns:a16="http://schemas.microsoft.com/office/drawing/2014/main" id="{9585E058-0CFF-4F93-94AB-3E1BB17C3997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/>
        <p:txBody>
          <a:bodyPr xmlns:a="http://schemas.openxmlformats.org/drawingml/2006/main" lIns="0" tIns="0" rIns="0" bIns="0" anchor="t"/>
          <a:lstStyle xmlns:a="http://schemas.openxmlformats.org/drawingml/2006/main">
            <a:defPPr algn="l"/>
            <a:lvl1pPr algn="l"/>
            <a:lvl2pPr algn="l"/>
            <a:lvl3pPr algn="l"/>
            <a:lvl4pPr algn="l"/>
            <a:lvl5pPr algn="l"/>
            <a:lvl6pPr algn="l"/>
            <a:lvl7pPr algn="l"/>
            <a:lvl8pPr algn="l"/>
            <a:lvl9pPr algn="l"/>
          </a:lstStyle>
          <a:p xmlns:a="http://schemas.openxmlformats.org/drawingml/2006/main">
            <a:pPr>
              <a:buNone/>
            </a:pPr>
            <a:r>
              <a:t>Supporting explanation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 showMasterSp="1">
  <p:cSld name="agenda">
    <p:spTree>
      <p:nvGrpSpPr>
        <p:cNvPr id="1" name=""/>
        <p:cNvGrpSpPr/>
        <p:nvPr/>
      </p:nvGrpSpPr>
      <p:grpSpPr/>
      <p:sp>
        <p:nvSpPr>
          <p:cNvPr id="2" name="field:kicker">
            <a:extLst xmlns:a="http://schemas.openxmlformats.org/drawingml/2006/main">
              <a:ext uri="{FF2B5EF4-FFF2-40B4-BE49-F238E27FC236}">
                <a16:creationId xmlns:a16="http://schemas.microsoft.com/office/drawing/2014/main" id="{F14D0591-2BE3-4F93-9D43-4BFDAACD02BD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 lIns="0" tIns="0" rIns="0" bIns="0" anchor="t"/>
          <a:lstStyle xmlns:a="http://schemas.openxmlformats.org/drawingml/2006/main">
            <a:defPPr algn="l"/>
            <a:lvl1pPr algn="l"/>
            <a:lvl2pPr algn="l"/>
            <a:lvl3pPr algn="l"/>
            <a:lvl4pPr algn="l"/>
            <a:lvl5pPr algn="l"/>
            <a:lvl6pPr algn="l"/>
            <a:lvl7pPr algn="l"/>
            <a:lvl8pPr algn="l"/>
            <a:lvl9pPr algn="l"/>
          </a:lstStyle>
          <a:p xmlns:a="http://schemas.openxmlformats.org/drawingml/2006/main">
            <a:pPr>
              <a:buNone/>
            </a:pPr>
            <a:r>
              <a:t>SECTION</a:t>
            </a:r>
          </a:p>
        </p:txBody>
      </p:sp>
      <p:sp>
        <p:nvSpPr>
          <p:cNvPr id="3" name="field:title">
            <a:extLst xmlns:a="http://schemas.openxmlformats.org/drawingml/2006/main">
              <a:ext uri="{FF2B5EF4-FFF2-40B4-BE49-F238E27FC236}">
                <a16:creationId xmlns:a16="http://schemas.microsoft.com/office/drawing/2014/main" id="{E68AE6F7-3D88-44FB-8934-0390BF869EE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 lIns="0" tIns="0" rIns="0" bIns="0" anchor="t"/>
          <a:lstStyle xmlns:a="http://schemas.openxmlformats.org/drawingml/2006/main">
            <a:defPPr algn="l"/>
            <a:lvl1pPr algn="l"/>
            <a:lvl2pPr algn="l"/>
            <a:lvl3pPr algn="l"/>
            <a:lvl4pPr algn="l"/>
            <a:lvl5pPr algn="l"/>
            <a:lvl6pPr algn="l"/>
            <a:lvl7pPr algn="l"/>
            <a:lvl8pPr algn="l"/>
            <a:lvl9pPr algn="l"/>
          </a:lstStyle>
          <a:p xmlns:a="http://schemas.openxmlformats.org/drawingml/2006/main">
            <a:pPr>
              <a:buNone/>
            </a:pPr>
            <a:r>
              <a:t>Three-part agenda</a:t>
            </a:r>
          </a:p>
        </p:txBody>
      </p:sp>
      <p:sp>
        <p:nvSpPr>
          <p:cNvPr id="6" name="field:items.0.label">
            <a:extLst xmlns:a="http://schemas.openxmlformats.org/drawingml/2006/main">
              <a:ext uri="{FF2B5EF4-FFF2-40B4-BE49-F238E27FC236}">
                <a16:creationId xmlns:a16="http://schemas.microsoft.com/office/drawing/2014/main" id="{EC88FA68-1581-45FC-B08E-C349EDAC1E00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/>
        <p:txBody>
          <a:bodyPr xmlns:a="http://schemas.openxmlformats.org/drawingml/2006/main" lIns="0" tIns="0" rIns="0" bIns="0" anchor="t"/>
          <a:lstStyle xmlns:a="http://schemas.openxmlformats.org/drawingml/2006/main">
            <a:defPPr algn="l"/>
            <a:lvl1pPr algn="l"/>
            <a:lvl2pPr algn="l"/>
            <a:lvl3pPr algn="l"/>
            <a:lvl4pPr algn="l"/>
            <a:lvl5pPr algn="l"/>
            <a:lvl6pPr algn="l"/>
            <a:lvl7pPr algn="l"/>
            <a:lvl8pPr algn="l"/>
            <a:lvl9pPr algn="l"/>
          </a:lstStyle>
          <a:p xmlns:a="http://schemas.openxmlformats.org/drawingml/2006/main">
            <a:pPr>
              <a:buNone/>
            </a:pPr>
            <a:r>
              <a:t>Item 1</a:t>
            </a:r>
          </a:p>
        </p:txBody>
      </p:sp>
      <p:sp>
        <p:nvSpPr>
          <p:cNvPr id="7" name="field:items.0.text">
            <a:extLst xmlns:a="http://schemas.openxmlformats.org/drawingml/2006/main">
              <a:ext uri="{FF2B5EF4-FFF2-40B4-BE49-F238E27FC236}">
                <a16:creationId xmlns:a16="http://schemas.microsoft.com/office/drawing/2014/main" id="{B69CBF72-9968-498B-98E8-C8657DFAF1F9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/>
        <p:txBody>
          <a:bodyPr xmlns:a="http://schemas.openxmlformats.org/drawingml/2006/main" lIns="0" tIns="0" rIns="0" bIns="0" anchor="t"/>
          <a:lstStyle xmlns:a="http://schemas.openxmlformats.org/drawingml/2006/main">
            <a:defPPr algn="l"/>
            <a:lvl1pPr algn="l"/>
            <a:lvl2pPr algn="l"/>
            <a:lvl3pPr algn="l"/>
            <a:lvl4pPr algn="l"/>
            <a:lvl5pPr algn="l"/>
            <a:lvl6pPr algn="l"/>
            <a:lvl7pPr algn="l"/>
            <a:lvl8pPr algn="l"/>
            <a:lvl9pPr algn="l"/>
          </a:lstStyle>
          <a:p xmlns:a="http://schemas.openxmlformats.org/drawingml/2006/main">
            <a:pPr>
              <a:buNone/>
            </a:pPr>
            <a:r>
              <a:t>Supporting detail</a:t>
            </a:r>
          </a:p>
        </p:txBody>
      </p:sp>
      <p:sp>
        <p:nvSpPr>
          <p:cNvPr id="10" name="field:items.1.label">
            <a:extLst xmlns:a="http://schemas.openxmlformats.org/drawingml/2006/main">
              <a:ext uri="{FF2B5EF4-FFF2-40B4-BE49-F238E27FC236}">
                <a16:creationId xmlns:a16="http://schemas.microsoft.com/office/drawing/2014/main" id="{03AE5612-7D0E-4641-A5C5-3201B4136D88}"/>
              </a:ext>
            </a:extLst>
          </p:cNvPr>
          <p:cNvSpPr>
            <a:spLocks xmlns:a="http://schemas.openxmlformats.org/drawingml/2006/main" noGrp="1"/>
          </p:cNvSpPr>
          <p:nvPr>
            <p:ph type="body" idx="4"/>
          </p:nvPr>
        </p:nvSpPr>
        <p:spPr/>
        <p:txBody>
          <a:bodyPr xmlns:a="http://schemas.openxmlformats.org/drawingml/2006/main" lIns="0" tIns="0" rIns="0" bIns="0" anchor="t"/>
          <a:lstStyle xmlns:a="http://schemas.openxmlformats.org/drawingml/2006/main">
            <a:defPPr algn="l"/>
            <a:lvl1pPr algn="l"/>
            <a:lvl2pPr algn="l"/>
            <a:lvl3pPr algn="l"/>
            <a:lvl4pPr algn="l"/>
            <a:lvl5pPr algn="l"/>
            <a:lvl6pPr algn="l"/>
            <a:lvl7pPr algn="l"/>
            <a:lvl8pPr algn="l"/>
            <a:lvl9pPr algn="l"/>
          </a:lstStyle>
          <a:p xmlns:a="http://schemas.openxmlformats.org/drawingml/2006/main">
            <a:pPr>
              <a:buNone/>
            </a:pPr>
            <a:r>
              <a:t>Item 2</a:t>
            </a:r>
          </a:p>
        </p:txBody>
      </p:sp>
      <p:sp>
        <p:nvSpPr>
          <p:cNvPr id="11" name="field:items.1.text">
            <a:extLst xmlns:a="http://schemas.openxmlformats.org/drawingml/2006/main">
              <a:ext uri="{FF2B5EF4-FFF2-40B4-BE49-F238E27FC236}">
                <a16:creationId xmlns:a16="http://schemas.microsoft.com/office/drawing/2014/main" id="{FED27942-E945-43F5-B72E-E70A730A08F2}"/>
              </a:ext>
            </a:extLst>
          </p:cNvPr>
          <p:cNvSpPr>
            <a:spLocks xmlns:a="http://schemas.openxmlformats.org/drawingml/2006/main" noGrp="1"/>
          </p:cNvSpPr>
          <p:nvPr>
            <p:ph type="body" idx="5"/>
          </p:nvPr>
        </p:nvSpPr>
        <p:spPr/>
        <p:txBody>
          <a:bodyPr xmlns:a="http://schemas.openxmlformats.org/drawingml/2006/main" lIns="0" tIns="0" rIns="0" bIns="0" anchor="t"/>
          <a:lstStyle xmlns:a="http://schemas.openxmlformats.org/drawingml/2006/main">
            <a:defPPr algn="l"/>
            <a:lvl1pPr algn="l"/>
            <a:lvl2pPr algn="l"/>
            <a:lvl3pPr algn="l"/>
            <a:lvl4pPr algn="l"/>
            <a:lvl5pPr algn="l"/>
            <a:lvl6pPr algn="l"/>
            <a:lvl7pPr algn="l"/>
            <a:lvl8pPr algn="l"/>
            <a:lvl9pPr algn="l"/>
          </a:lstStyle>
          <a:p xmlns:a="http://schemas.openxmlformats.org/drawingml/2006/main">
            <a:pPr>
              <a:buNone/>
            </a:pPr>
            <a:r>
              <a:t>Supporting detail</a:t>
            </a:r>
          </a:p>
        </p:txBody>
      </p:sp>
      <p:sp>
        <p:nvSpPr>
          <p:cNvPr id="14" name="field:items.2.label">
            <a:extLst xmlns:a="http://schemas.openxmlformats.org/drawingml/2006/main">
              <a:ext uri="{FF2B5EF4-FFF2-40B4-BE49-F238E27FC236}">
                <a16:creationId xmlns:a16="http://schemas.microsoft.com/office/drawing/2014/main" id="{1DF6B875-0DB1-4C24-8BD9-2ECFB7819A71}"/>
              </a:ext>
            </a:extLst>
          </p:cNvPr>
          <p:cNvSpPr>
            <a:spLocks xmlns:a="http://schemas.openxmlformats.org/drawingml/2006/main" noGrp="1"/>
          </p:cNvSpPr>
          <p:nvPr>
            <p:ph type="body" idx="6"/>
          </p:nvPr>
        </p:nvSpPr>
        <p:spPr/>
        <p:txBody>
          <a:bodyPr xmlns:a="http://schemas.openxmlformats.org/drawingml/2006/main" lIns="0" tIns="0" rIns="0" bIns="0" anchor="t"/>
          <a:lstStyle xmlns:a="http://schemas.openxmlformats.org/drawingml/2006/main">
            <a:defPPr algn="l"/>
            <a:lvl1pPr algn="l"/>
            <a:lvl2pPr algn="l"/>
            <a:lvl3pPr algn="l"/>
            <a:lvl4pPr algn="l"/>
            <a:lvl5pPr algn="l"/>
            <a:lvl6pPr algn="l"/>
            <a:lvl7pPr algn="l"/>
            <a:lvl8pPr algn="l"/>
            <a:lvl9pPr algn="l"/>
          </a:lstStyle>
          <a:p xmlns:a="http://schemas.openxmlformats.org/drawingml/2006/main">
            <a:pPr>
              <a:buNone/>
            </a:pPr>
            <a:r>
              <a:t>Item 3</a:t>
            </a:r>
          </a:p>
        </p:txBody>
      </p:sp>
      <p:sp>
        <p:nvSpPr>
          <p:cNvPr id="15" name="field:items.2.text">
            <a:extLst xmlns:a="http://schemas.openxmlformats.org/drawingml/2006/main">
              <a:ext uri="{FF2B5EF4-FFF2-40B4-BE49-F238E27FC236}">
                <a16:creationId xmlns:a16="http://schemas.microsoft.com/office/drawing/2014/main" id="{71304E44-E105-4D14-8CCF-778E742431FB}"/>
              </a:ext>
            </a:extLst>
          </p:cNvPr>
          <p:cNvSpPr>
            <a:spLocks xmlns:a="http://schemas.openxmlformats.org/drawingml/2006/main" noGrp="1"/>
          </p:cNvSpPr>
          <p:nvPr>
            <p:ph type="body" idx="7"/>
          </p:nvPr>
        </p:nvSpPr>
        <p:spPr/>
        <p:txBody>
          <a:bodyPr xmlns:a="http://schemas.openxmlformats.org/drawingml/2006/main" lIns="0" tIns="0" rIns="0" bIns="0" anchor="t"/>
          <a:lstStyle xmlns:a="http://schemas.openxmlformats.org/drawingml/2006/main">
            <a:defPPr algn="l"/>
            <a:lvl1pPr algn="l"/>
            <a:lvl2pPr algn="l"/>
            <a:lvl3pPr algn="l"/>
            <a:lvl4pPr algn="l"/>
            <a:lvl5pPr algn="l"/>
            <a:lvl6pPr algn="l"/>
            <a:lvl7pPr algn="l"/>
            <a:lvl8pPr algn="l"/>
            <a:lvl9pPr algn="l"/>
          </a:lstStyle>
          <a:p xmlns:a="http://schemas.openxmlformats.org/drawingml/2006/main">
            <a:pPr>
              <a:buNone/>
            </a:pPr>
            <a:r>
              <a:t>Supporting detail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 showMasterSp="1">
  <p:cSld name="timeline">
    <p:spTree>
      <p:nvGrpSpPr>
        <p:cNvPr id="1" name=""/>
        <p:cNvGrpSpPr/>
        <p:nvPr/>
      </p:nvGrpSpPr>
      <p:grpSpPr/>
      <p:sp>
        <p:nvSpPr>
          <p:cNvPr id="16" name="field:kicker">
            <a:extLst xmlns:a="http://schemas.openxmlformats.org/drawingml/2006/main">
              <a:ext uri="{FF2B5EF4-FFF2-40B4-BE49-F238E27FC236}">
                <a16:creationId xmlns:a16="http://schemas.microsoft.com/office/drawing/2014/main" id="{9803B324-C8D2-4002-BCCB-FBB5BEBB6DD6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 lIns="0" tIns="0" rIns="0" bIns="0" anchor="t"/>
          <a:lstStyle xmlns:a="http://schemas.openxmlformats.org/drawingml/2006/main">
            <a:defPPr algn="l"/>
            <a:lvl1pPr algn="l"/>
            <a:lvl2pPr algn="l"/>
            <a:lvl3pPr algn="l"/>
            <a:lvl4pPr algn="l"/>
            <a:lvl5pPr algn="l"/>
            <a:lvl6pPr algn="l"/>
            <a:lvl7pPr algn="l"/>
            <a:lvl8pPr algn="l"/>
            <a:lvl9pPr algn="l"/>
          </a:lstStyle>
          <a:p xmlns:a="http://schemas.openxmlformats.org/drawingml/2006/main">
            <a:pPr>
              <a:buNone/>
            </a:pPr>
            <a:r>
              <a:t>SECTION</a:t>
            </a:r>
          </a:p>
        </p:txBody>
      </p:sp>
      <p:sp>
        <p:nvSpPr>
          <p:cNvPr id="2" name="field:title">
            <a:extLst xmlns:a="http://schemas.openxmlformats.org/drawingml/2006/main">
              <a:ext uri="{FF2B5EF4-FFF2-40B4-BE49-F238E27FC236}">
                <a16:creationId xmlns:a16="http://schemas.microsoft.com/office/drawing/2014/main" id="{57B5DDDE-0736-44D8-9BB6-25DFC1D9833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 lIns="0" tIns="0" rIns="0" bIns="0" anchor="t"/>
          <a:lstStyle xmlns:a="http://schemas.openxmlformats.org/drawingml/2006/main">
            <a:defPPr algn="l"/>
            <a:lvl1pPr algn="l"/>
            <a:lvl2pPr algn="l"/>
            <a:lvl3pPr algn="l"/>
            <a:lvl4pPr algn="l"/>
            <a:lvl5pPr algn="l"/>
            <a:lvl6pPr algn="l"/>
            <a:lvl7pPr algn="l"/>
            <a:lvl8pPr algn="l"/>
            <a:lvl9pPr algn="l"/>
          </a:lstStyle>
          <a:p xmlns:a="http://schemas.openxmlformats.org/drawingml/2006/main">
            <a:pPr>
              <a:buNone/>
            </a:pPr>
            <a:r>
              <a:t>Three milestones</a:t>
            </a:r>
          </a:p>
        </p:txBody>
      </p:sp>
      <p:sp>
        <p:nvSpPr>
          <p:cNvPr id="6" name="field:items.0.label">
            <a:extLst xmlns:a="http://schemas.openxmlformats.org/drawingml/2006/main">
              <a:ext uri="{FF2B5EF4-FFF2-40B4-BE49-F238E27FC236}">
                <a16:creationId xmlns:a16="http://schemas.microsoft.com/office/drawing/2014/main" id="{D6939C37-F7D5-4137-A35A-3A7B2DA6302C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/>
        <p:txBody>
          <a:bodyPr xmlns:a="http://schemas.openxmlformats.org/drawingml/2006/main" lIns="0" tIns="0" rIns="0" bIns="0" anchor="t"/>
          <a:lstStyle xmlns:a="http://schemas.openxmlformats.org/drawingml/2006/main">
            <a:defPPr algn="l"/>
            <a:lvl1pPr algn="l"/>
            <a:lvl2pPr algn="l"/>
            <a:lvl3pPr algn="l"/>
            <a:lvl4pPr algn="l"/>
            <a:lvl5pPr algn="l"/>
            <a:lvl6pPr algn="l"/>
            <a:lvl7pPr algn="l"/>
            <a:lvl8pPr algn="l"/>
            <a:lvl9pPr algn="l"/>
          </a:lstStyle>
          <a:p xmlns:a="http://schemas.openxmlformats.org/drawingml/2006/main">
            <a:pPr>
              <a:buNone/>
            </a:pPr>
            <a:r>
              <a:t>Item 1</a:t>
            </a:r>
          </a:p>
        </p:txBody>
      </p:sp>
      <p:sp>
        <p:nvSpPr>
          <p:cNvPr id="7" name="field:items.0.text">
            <a:extLst xmlns:a="http://schemas.openxmlformats.org/drawingml/2006/main">
              <a:ext uri="{FF2B5EF4-FFF2-40B4-BE49-F238E27FC236}">
                <a16:creationId xmlns:a16="http://schemas.microsoft.com/office/drawing/2014/main" id="{119EF06F-AE29-4FD5-8487-2C1E7AD08103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/>
        <p:txBody>
          <a:bodyPr xmlns:a="http://schemas.openxmlformats.org/drawingml/2006/main" lIns="0" tIns="0" rIns="0" bIns="0" anchor="t"/>
          <a:lstStyle xmlns:a="http://schemas.openxmlformats.org/drawingml/2006/main">
            <a:defPPr algn="l"/>
            <a:lvl1pPr algn="l"/>
            <a:lvl2pPr algn="l"/>
            <a:lvl3pPr algn="l"/>
            <a:lvl4pPr algn="l"/>
            <a:lvl5pPr algn="l"/>
            <a:lvl6pPr algn="l"/>
            <a:lvl7pPr algn="l"/>
            <a:lvl8pPr algn="l"/>
            <a:lvl9pPr algn="l"/>
          </a:lstStyle>
          <a:p xmlns:a="http://schemas.openxmlformats.org/drawingml/2006/main">
            <a:pPr>
              <a:buNone/>
            </a:pPr>
            <a:r>
              <a:t>Supporting detail</a:t>
            </a:r>
          </a:p>
        </p:txBody>
      </p:sp>
      <p:sp>
        <p:nvSpPr>
          <p:cNvPr id="10" name="field:items.1.label">
            <a:extLst xmlns:a="http://schemas.openxmlformats.org/drawingml/2006/main">
              <a:ext uri="{FF2B5EF4-FFF2-40B4-BE49-F238E27FC236}">
                <a16:creationId xmlns:a16="http://schemas.microsoft.com/office/drawing/2014/main" id="{7355349A-7A5D-455D-9D19-0B3E9CA5B454}"/>
              </a:ext>
            </a:extLst>
          </p:cNvPr>
          <p:cNvSpPr>
            <a:spLocks xmlns:a="http://schemas.openxmlformats.org/drawingml/2006/main" noGrp="1"/>
          </p:cNvSpPr>
          <p:nvPr>
            <p:ph type="body" idx="4"/>
          </p:nvPr>
        </p:nvSpPr>
        <p:spPr/>
        <p:txBody>
          <a:bodyPr xmlns:a="http://schemas.openxmlformats.org/drawingml/2006/main" lIns="0" tIns="0" rIns="0" bIns="0" anchor="t"/>
          <a:lstStyle xmlns:a="http://schemas.openxmlformats.org/drawingml/2006/main">
            <a:defPPr algn="l"/>
            <a:lvl1pPr algn="l"/>
            <a:lvl2pPr algn="l"/>
            <a:lvl3pPr algn="l"/>
            <a:lvl4pPr algn="l"/>
            <a:lvl5pPr algn="l"/>
            <a:lvl6pPr algn="l"/>
            <a:lvl7pPr algn="l"/>
            <a:lvl8pPr algn="l"/>
            <a:lvl9pPr algn="l"/>
          </a:lstStyle>
          <a:p xmlns:a="http://schemas.openxmlformats.org/drawingml/2006/main">
            <a:pPr>
              <a:buNone/>
            </a:pPr>
            <a:r>
              <a:t>Item 2</a:t>
            </a:r>
          </a:p>
        </p:txBody>
      </p:sp>
      <p:sp>
        <p:nvSpPr>
          <p:cNvPr id="11" name="field:items.1.text">
            <a:extLst xmlns:a="http://schemas.openxmlformats.org/drawingml/2006/main">
              <a:ext uri="{FF2B5EF4-FFF2-40B4-BE49-F238E27FC236}">
                <a16:creationId xmlns:a16="http://schemas.microsoft.com/office/drawing/2014/main" id="{5F046493-7EF6-4D84-B25F-285F52674BC8}"/>
              </a:ext>
            </a:extLst>
          </p:cNvPr>
          <p:cNvSpPr>
            <a:spLocks xmlns:a="http://schemas.openxmlformats.org/drawingml/2006/main" noGrp="1"/>
          </p:cNvSpPr>
          <p:nvPr>
            <p:ph type="body" idx="5"/>
          </p:nvPr>
        </p:nvSpPr>
        <p:spPr/>
        <p:txBody>
          <a:bodyPr xmlns:a="http://schemas.openxmlformats.org/drawingml/2006/main" lIns="0" tIns="0" rIns="0" bIns="0" anchor="t"/>
          <a:lstStyle xmlns:a="http://schemas.openxmlformats.org/drawingml/2006/main">
            <a:defPPr algn="l"/>
            <a:lvl1pPr algn="l"/>
            <a:lvl2pPr algn="l"/>
            <a:lvl3pPr algn="l"/>
            <a:lvl4pPr algn="l"/>
            <a:lvl5pPr algn="l"/>
            <a:lvl6pPr algn="l"/>
            <a:lvl7pPr algn="l"/>
            <a:lvl8pPr algn="l"/>
            <a:lvl9pPr algn="l"/>
          </a:lstStyle>
          <a:p xmlns:a="http://schemas.openxmlformats.org/drawingml/2006/main">
            <a:pPr>
              <a:buNone/>
            </a:pPr>
            <a:r>
              <a:t>Supporting detail</a:t>
            </a:r>
          </a:p>
        </p:txBody>
      </p:sp>
      <p:sp>
        <p:nvSpPr>
          <p:cNvPr id="14" name="field:items.2.label">
            <a:extLst xmlns:a="http://schemas.openxmlformats.org/drawingml/2006/main">
              <a:ext uri="{FF2B5EF4-FFF2-40B4-BE49-F238E27FC236}">
                <a16:creationId xmlns:a16="http://schemas.microsoft.com/office/drawing/2014/main" id="{F8704DEB-9109-470C-9270-A3EF44CDC7A2}"/>
              </a:ext>
            </a:extLst>
          </p:cNvPr>
          <p:cNvSpPr>
            <a:spLocks xmlns:a="http://schemas.openxmlformats.org/drawingml/2006/main" noGrp="1"/>
          </p:cNvSpPr>
          <p:nvPr>
            <p:ph type="body" idx="6"/>
          </p:nvPr>
        </p:nvSpPr>
        <p:spPr/>
        <p:txBody>
          <a:bodyPr xmlns:a="http://schemas.openxmlformats.org/drawingml/2006/main" lIns="0" tIns="0" rIns="0" bIns="0" anchor="t"/>
          <a:lstStyle xmlns:a="http://schemas.openxmlformats.org/drawingml/2006/main">
            <a:defPPr algn="l"/>
            <a:lvl1pPr algn="l"/>
            <a:lvl2pPr algn="l"/>
            <a:lvl3pPr algn="l"/>
            <a:lvl4pPr algn="l"/>
            <a:lvl5pPr algn="l"/>
            <a:lvl6pPr algn="l"/>
            <a:lvl7pPr algn="l"/>
            <a:lvl8pPr algn="l"/>
            <a:lvl9pPr algn="l"/>
          </a:lstStyle>
          <a:p xmlns:a="http://schemas.openxmlformats.org/drawingml/2006/main">
            <a:pPr>
              <a:buNone/>
            </a:pPr>
            <a:r>
              <a:t>Item 3</a:t>
            </a:r>
          </a:p>
        </p:txBody>
      </p:sp>
      <p:sp>
        <p:nvSpPr>
          <p:cNvPr id="15" name="field:items.2.text">
            <a:extLst xmlns:a="http://schemas.openxmlformats.org/drawingml/2006/main">
              <a:ext uri="{FF2B5EF4-FFF2-40B4-BE49-F238E27FC236}">
                <a16:creationId xmlns:a16="http://schemas.microsoft.com/office/drawing/2014/main" id="{83E1BCC9-5022-4E3B-96B8-0DECD694C220}"/>
              </a:ext>
            </a:extLst>
          </p:cNvPr>
          <p:cNvSpPr>
            <a:spLocks xmlns:a="http://schemas.openxmlformats.org/drawingml/2006/main" noGrp="1"/>
          </p:cNvSpPr>
          <p:nvPr>
            <p:ph type="body" idx="7"/>
          </p:nvPr>
        </p:nvSpPr>
        <p:spPr/>
        <p:txBody>
          <a:bodyPr xmlns:a="http://schemas.openxmlformats.org/drawingml/2006/main" lIns="0" tIns="0" rIns="0" bIns="0" anchor="t"/>
          <a:lstStyle xmlns:a="http://schemas.openxmlformats.org/drawingml/2006/main">
            <a:defPPr algn="l"/>
            <a:lvl1pPr algn="l"/>
            <a:lvl2pPr algn="l"/>
            <a:lvl3pPr algn="l"/>
            <a:lvl4pPr algn="l"/>
            <a:lvl5pPr algn="l"/>
            <a:lvl6pPr algn="l"/>
            <a:lvl7pPr algn="l"/>
            <a:lvl8pPr algn="l"/>
            <a:lvl9pPr algn="l"/>
          </a:lstStyle>
          <a:p xmlns:a="http://schemas.openxmlformats.org/drawingml/2006/main">
            <a:pPr>
              <a:buNone/>
            </a:pPr>
            <a:r>
              <a:t>Supporting detail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 showMasterSp="1">
  <p:cSld name="spotlight">
    <p:spTree>
      <p:nvGrpSpPr>
        <p:cNvPr id="1" name=""/>
        <p:cNvGrpSpPr/>
        <p:nvPr/>
      </p:nvGrpSpPr>
      <p:grpSpPr/>
      <p:sp>
        <p:nvSpPr>
          <p:cNvPr id="2" name="field:kicker">
            <a:extLst xmlns:a="http://schemas.openxmlformats.org/drawingml/2006/main">
              <a:ext uri="{FF2B5EF4-FFF2-40B4-BE49-F238E27FC236}">
                <a16:creationId xmlns:a16="http://schemas.microsoft.com/office/drawing/2014/main" id="{BE1EF6E1-E532-40FB-927C-84FB8B0CCC27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 lIns="0" tIns="0" rIns="0" bIns="0" anchor="t"/>
          <a:lstStyle xmlns:a="http://schemas.openxmlformats.org/drawingml/2006/main">
            <a:defPPr algn="l"/>
            <a:lvl1pPr algn="l"/>
            <a:lvl2pPr algn="l"/>
            <a:lvl3pPr algn="l"/>
            <a:lvl4pPr algn="l"/>
            <a:lvl5pPr algn="l"/>
            <a:lvl6pPr algn="l"/>
            <a:lvl7pPr algn="l"/>
            <a:lvl8pPr algn="l"/>
            <a:lvl9pPr algn="l"/>
          </a:lstStyle>
          <a:p xmlns:a="http://schemas.openxmlformats.org/drawingml/2006/main">
            <a:pPr>
              <a:buNone/>
            </a:pPr>
            <a:r>
              <a:t>SECTION</a:t>
            </a:r>
          </a:p>
        </p:txBody>
      </p:sp>
      <p:sp>
        <p:nvSpPr>
          <p:cNvPr id="3" name="field:title">
            <a:extLst xmlns:a="http://schemas.openxmlformats.org/drawingml/2006/main">
              <a:ext uri="{FF2B5EF4-FFF2-40B4-BE49-F238E27FC236}">
                <a16:creationId xmlns:a16="http://schemas.microsoft.com/office/drawing/2014/main" id="{E656A151-BBDB-4F5B-9FD8-B6067DE2445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 lIns="0" tIns="0" rIns="0" bIns="0" anchor="t"/>
          <a:lstStyle xmlns:a="http://schemas.openxmlformats.org/drawingml/2006/main">
            <a:defPPr algn="l"/>
            <a:lvl1pPr algn="l"/>
            <a:lvl2pPr algn="l"/>
            <a:lvl3pPr algn="l"/>
            <a:lvl4pPr algn="l"/>
            <a:lvl5pPr algn="l"/>
            <a:lvl6pPr algn="l"/>
            <a:lvl7pPr algn="l"/>
            <a:lvl8pPr algn="l"/>
            <a:lvl9pPr algn="l"/>
          </a:lstStyle>
          <a:p xmlns:a="http://schemas.openxmlformats.org/drawingml/2006/main">
            <a:pPr>
              <a:buNone/>
            </a:pPr>
            <a:r>
              <a:t>Idea spotlight</a:t>
            </a:r>
          </a:p>
        </p:txBody>
      </p:sp>
      <p:sp>
        <p:nvSpPr>
          <p:cNvPr id="5" name="field:items.0.label">
            <a:extLst xmlns:a="http://schemas.openxmlformats.org/drawingml/2006/main">
              <a:ext uri="{FF2B5EF4-FFF2-40B4-BE49-F238E27FC236}">
                <a16:creationId xmlns:a16="http://schemas.microsoft.com/office/drawing/2014/main" id="{6D2AC4B5-1EEA-4738-8E01-67616B5D7528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/>
        <p:txBody>
          <a:bodyPr xmlns:a="http://schemas.openxmlformats.org/drawingml/2006/main" lIns="0" tIns="0" rIns="0" bIns="0" anchor="t"/>
          <a:lstStyle xmlns:a="http://schemas.openxmlformats.org/drawingml/2006/main">
            <a:defPPr algn="l"/>
            <a:lvl1pPr algn="l"/>
            <a:lvl2pPr algn="l"/>
            <a:lvl3pPr algn="l"/>
            <a:lvl4pPr algn="l"/>
            <a:lvl5pPr algn="l"/>
            <a:lvl6pPr algn="l"/>
            <a:lvl7pPr algn="l"/>
            <a:lvl8pPr algn="l"/>
            <a:lvl9pPr algn="l"/>
          </a:lstStyle>
          <a:p xmlns:a="http://schemas.openxmlformats.org/drawingml/2006/main">
            <a:pPr>
              <a:buNone/>
            </a:pPr>
            <a:r>
              <a:t>Item 1</a:t>
            </a:r>
          </a:p>
        </p:txBody>
      </p:sp>
      <p:sp>
        <p:nvSpPr>
          <p:cNvPr id="6" name="field:items.0.text">
            <a:extLst xmlns:a="http://schemas.openxmlformats.org/drawingml/2006/main">
              <a:ext uri="{FF2B5EF4-FFF2-40B4-BE49-F238E27FC236}">
                <a16:creationId xmlns:a16="http://schemas.microsoft.com/office/drawing/2014/main" id="{BD5969F4-12EB-49E6-80A2-81AC1E628E7A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/>
        <p:txBody>
          <a:bodyPr xmlns:a="http://schemas.openxmlformats.org/drawingml/2006/main" lIns="0" tIns="0" rIns="0" bIns="0" anchor="t"/>
          <a:lstStyle xmlns:a="http://schemas.openxmlformats.org/drawingml/2006/main">
            <a:defPPr algn="l"/>
            <a:lvl1pPr algn="l"/>
            <a:lvl2pPr algn="l"/>
            <a:lvl3pPr algn="l"/>
            <a:lvl4pPr algn="l"/>
            <a:lvl5pPr algn="l"/>
            <a:lvl6pPr algn="l"/>
            <a:lvl7pPr algn="l"/>
            <a:lvl8pPr algn="l"/>
            <a:lvl9pPr algn="l"/>
          </a:lstStyle>
          <a:p xmlns:a="http://schemas.openxmlformats.org/drawingml/2006/main">
            <a:pPr>
              <a:buNone/>
            </a:pPr>
            <a:r>
              <a:t>Supporting detail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2026-10-21T08:01:14.3870000Z</dcterms:created>
  <dcterms:modified xsi:type="dcterms:W3CDTF">2026-10-21T08:01:14.3870000Z</dcterms:modified>
</coreProperties>
</file>