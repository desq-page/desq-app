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3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93"/>
    <p:restoredTop sz="96327"/>
  </p:normalViewPr>
  <p:slideViewPr>
    <p:cSldViewPr snapToGrid="0">
      <p:cViewPr varScale="1">
        <p:scale>
          <a:sx n="86" d="100"/>
          <a:sy n="86" d="100"/>
        </p:scale>
        <p:origin x="3568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493349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77101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05512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</TotalTime>
  <Words>0</Words>
  <Application>Microsoft Macintosh PowerPoint</Application>
  <PresentationFormat>A4 Paper (210x297 mm)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Hong Nguyen</dc:creator>
  <cp:lastModifiedBy>hongnk@slidego.com</cp:lastModifiedBy>
  <cp:revision>15</cp:revision>
  <dcterms:created xsi:type="dcterms:W3CDTF">2024-01-17T08:51:48Z</dcterms:created>
  <dcterms:modified xsi:type="dcterms:W3CDTF">2026-10-09T03:06:17Z</dcterms:modified>
</cp:coreProperties>
</file>