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6"/>
    <p:restoredTop sz="96327"/>
  </p:normalViewPr>
  <p:slideViewPr>
    <p:cSldViewPr snapToGrid="0">
      <p:cViewPr varScale="1">
        <p:scale>
          <a:sx n="129" d="100"/>
          <a:sy n="129" d="100"/>
        </p:scale>
        <p:origin x="24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35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051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Calibri" panose="02000000000000000000" pitchFamily="2" charset="0"/>
          <a:ea typeface="Calibri" panose="02000000000000000000" pitchFamily="2" charset="0"/>
          <a:cs typeface="+mj-cs"/>
        </a:defRPr>
      </a:lvl1pPr>
    </p:titleStyle>
    <p:bodyStyle>
      <a:lvl1pPr marL="7938" indent="-7938" algn="l" defTabSz="914400" rtl="0" eaLnBrk="1" latinLnBrk="0" hangingPunct="1">
        <a:lnSpc>
          <a:spcPct val="100000"/>
        </a:lnSpc>
        <a:spcBef>
          <a:spcPts val="0"/>
        </a:spcBef>
        <a:buNone/>
        <a:tabLst/>
        <a:defRPr sz="2800" b="0" i="0" kern="1200">
          <a:solidFill>
            <a:schemeClr val="tx1"/>
          </a:solidFill>
          <a:latin typeface="Calibri" panose="02000000000000000000" pitchFamily="2" charset="0"/>
          <a:ea typeface="Calibri" panose="02000000000000000000" pitchFamily="2" charset="0"/>
          <a:cs typeface="+mn-cs"/>
        </a:defRPr>
      </a:lvl1pPr>
      <a:lvl2pPr marL="7938" indent="-7938" algn="l" defTabSz="914400" rtl="0" eaLnBrk="1" latinLnBrk="0" hangingPunct="1">
        <a:lnSpc>
          <a:spcPct val="100000"/>
        </a:lnSpc>
        <a:spcBef>
          <a:spcPts val="0"/>
        </a:spcBef>
        <a:buNone/>
        <a:tabLst/>
        <a:defRPr sz="2400" b="0" i="0" kern="1200">
          <a:solidFill>
            <a:schemeClr val="tx1"/>
          </a:solidFill>
          <a:latin typeface="Calibri" panose="02000000000000000000" pitchFamily="2" charset="0"/>
          <a:ea typeface="Calibri" panose="02000000000000000000" pitchFamily="2" charset="0"/>
          <a:cs typeface="+mn-cs"/>
        </a:defRPr>
      </a:lvl2pPr>
      <a:lvl3pPr marL="7938" indent="-7938" algn="l" defTabSz="914400" rtl="0" eaLnBrk="1" latinLnBrk="0" hangingPunct="1">
        <a:lnSpc>
          <a:spcPct val="100000"/>
        </a:lnSpc>
        <a:spcBef>
          <a:spcPts val="0"/>
        </a:spcBef>
        <a:buNone/>
        <a:tabLst/>
        <a:defRPr sz="2000" b="0" i="0" kern="1200">
          <a:solidFill>
            <a:schemeClr val="tx1"/>
          </a:solidFill>
          <a:latin typeface="Calibri" panose="02000000000000000000" pitchFamily="2" charset="0"/>
          <a:ea typeface="Calibri" panose="02000000000000000000" pitchFamily="2" charset="0"/>
          <a:cs typeface="+mn-cs"/>
        </a:defRPr>
      </a:lvl3pPr>
      <a:lvl4pPr marL="7938" indent="-7938" algn="l" defTabSz="914400" rtl="0" eaLnBrk="1" latinLnBrk="0" hangingPunct="1">
        <a:lnSpc>
          <a:spcPct val="100000"/>
        </a:lnSpc>
        <a:spcBef>
          <a:spcPts val="0"/>
        </a:spcBef>
        <a:buNone/>
        <a:tabLst/>
        <a:defRPr sz="1800" b="0" i="0" kern="1200">
          <a:solidFill>
            <a:schemeClr val="tx1"/>
          </a:solidFill>
          <a:latin typeface="Calibri" panose="02000000000000000000" pitchFamily="2" charset="0"/>
          <a:ea typeface="Calibri" panose="02000000000000000000" pitchFamily="2" charset="0"/>
          <a:cs typeface="+mn-cs"/>
        </a:defRPr>
      </a:lvl4pPr>
      <a:lvl5pPr marL="7938" indent="-7938" algn="l" defTabSz="914400" rtl="0" eaLnBrk="1" latinLnBrk="0" hangingPunct="1">
        <a:lnSpc>
          <a:spcPct val="100000"/>
        </a:lnSpc>
        <a:spcBef>
          <a:spcPts val="0"/>
        </a:spcBef>
        <a:buNone/>
        <a:tabLst/>
        <a:defRPr sz="1800" b="0" i="0" kern="1200">
          <a:solidFill>
            <a:schemeClr val="tx1"/>
          </a:solidFill>
          <a:latin typeface="Calibri" panose="02000000000000000000" pitchFamily="2" charset="0"/>
          <a:ea typeface="Calibri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51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Hong Nguyen</dc:creator>
  <cp:lastModifiedBy>hongnk@slidego.com</cp:lastModifiedBy>
  <cp:revision>14</cp:revision>
  <dcterms:created xsi:type="dcterms:W3CDTF">2024-01-17T08:51:48Z</dcterms:created>
  <dcterms:modified xsi:type="dcterms:W3CDTF">2026-10-09T03:04:04Z</dcterms:modified>
</cp:coreProperties>
</file>